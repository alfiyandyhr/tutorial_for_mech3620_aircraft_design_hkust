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9" r:id="rId2"/>
    <p:sldId id="262" r:id="rId3"/>
    <p:sldId id="266" r:id="rId4"/>
    <p:sldId id="265" r:id="rId5"/>
    <p:sldId id="267" r:id="rId6"/>
    <p:sldId id="268"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F1D0"/>
    <a:srgbClr val="C04F15"/>
    <a:srgbClr val="F9E9E9"/>
    <a:srgbClr val="FAF1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EB3D25-CF2C-474B-A353-99CF8B68F63D}" v="147" dt="2026-04-13T13:23:12.1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83" autoAdjust="0"/>
    <p:restoredTop sz="97030" autoAdjust="0"/>
  </p:normalViewPr>
  <p:slideViewPr>
    <p:cSldViewPr snapToGrid="0">
      <p:cViewPr>
        <p:scale>
          <a:sx n="156" d="100"/>
          <a:sy n="156" d="100"/>
        </p:scale>
        <p:origin x="144" y="144"/>
      </p:cViewPr>
      <p:guideLst/>
    </p:cSldViewPr>
  </p:slideViewPr>
  <p:notesTextViewPr>
    <p:cViewPr>
      <p:scale>
        <a:sx n="180" d="100"/>
        <a:sy n="18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U Fangyi" userId="a48d6f58-3f9a-4223-918e-9cdb1f1a4d1f" providerId="ADAL" clId="{D6BEC41D-8D25-4BCD-99D8-0AD605C14FC1}"/>
    <pc:docChg chg="undo custSel addSld delSld modSld sldOrd">
      <pc:chgData name="WU Fangyi" userId="a48d6f58-3f9a-4223-918e-9cdb1f1a4d1f" providerId="ADAL" clId="{D6BEC41D-8D25-4BCD-99D8-0AD605C14FC1}" dt="2026-04-13T13:27:19.147" v="3889" actId="20577"/>
      <pc:docMkLst>
        <pc:docMk/>
      </pc:docMkLst>
      <pc:sldChg chg="addSp delSp modSp add mod">
        <pc:chgData name="WU Fangyi" userId="a48d6f58-3f9a-4223-918e-9cdb1f1a4d1f" providerId="ADAL" clId="{D6BEC41D-8D25-4BCD-99D8-0AD605C14FC1}" dt="2026-04-07T13:48:42.854" v="2521" actId="20577"/>
        <pc:sldMkLst>
          <pc:docMk/>
          <pc:sldMk cId="433463487" sldId="259"/>
        </pc:sldMkLst>
        <pc:spChg chg="add mod">
          <ac:chgData name="WU Fangyi" userId="a48d6f58-3f9a-4223-918e-9cdb1f1a4d1f" providerId="ADAL" clId="{D6BEC41D-8D25-4BCD-99D8-0AD605C14FC1}" dt="2026-04-07T13:48:39.028" v="2519" actId="20577"/>
          <ac:spMkLst>
            <pc:docMk/>
            <pc:sldMk cId="433463487" sldId="259"/>
            <ac:spMk id="13" creationId="{32E9C35B-9BB5-0C2E-7A22-F2127501C549}"/>
          </ac:spMkLst>
        </pc:spChg>
        <pc:spChg chg="add mod">
          <ac:chgData name="WU Fangyi" userId="a48d6f58-3f9a-4223-918e-9cdb1f1a4d1f" providerId="ADAL" clId="{D6BEC41D-8D25-4BCD-99D8-0AD605C14FC1}" dt="2026-04-07T13:48:42.854" v="2521" actId="20577"/>
          <ac:spMkLst>
            <pc:docMk/>
            <pc:sldMk cId="433463487" sldId="259"/>
            <ac:spMk id="14" creationId="{8961C04D-3235-CDAC-033C-C0AAC534C387}"/>
          </ac:spMkLst>
        </pc:spChg>
      </pc:sldChg>
      <pc:sldChg chg="addSp delSp modSp add del mod">
        <pc:chgData name="WU Fangyi" userId="a48d6f58-3f9a-4223-918e-9cdb1f1a4d1f" providerId="ADAL" clId="{D6BEC41D-8D25-4BCD-99D8-0AD605C14FC1}" dt="2026-04-13T12:55:37.659" v="3067" actId="47"/>
        <pc:sldMkLst>
          <pc:docMk/>
          <pc:sldMk cId="4082469753" sldId="261"/>
        </pc:sldMkLst>
        <pc:spChg chg="add del mod">
          <ac:chgData name="WU Fangyi" userId="a48d6f58-3f9a-4223-918e-9cdb1f1a4d1f" providerId="ADAL" clId="{D6BEC41D-8D25-4BCD-99D8-0AD605C14FC1}" dt="2026-04-13T12:55:23.624" v="3065" actId="478"/>
          <ac:spMkLst>
            <pc:docMk/>
            <pc:sldMk cId="4082469753" sldId="261"/>
            <ac:spMk id="8" creationId="{5BCDA654-76AC-7DC3-28C5-E54FBA8FCC43}"/>
          </ac:spMkLst>
        </pc:spChg>
      </pc:sldChg>
      <pc:sldChg chg="add modNotesTx">
        <pc:chgData name="WU Fangyi" userId="a48d6f58-3f9a-4223-918e-9cdb1f1a4d1f" providerId="ADAL" clId="{D6BEC41D-8D25-4BCD-99D8-0AD605C14FC1}" dt="2026-04-13T13:09:32.915" v="3297" actId="403"/>
        <pc:sldMkLst>
          <pc:docMk/>
          <pc:sldMk cId="2822571421" sldId="262"/>
        </pc:sldMkLst>
      </pc:sldChg>
      <pc:sldChg chg="addSp modSp add del mod modNotesTx">
        <pc:chgData name="WU Fangyi" userId="a48d6f58-3f9a-4223-918e-9cdb1f1a4d1f" providerId="ADAL" clId="{D6BEC41D-8D25-4BCD-99D8-0AD605C14FC1}" dt="2026-04-13T13:22:25.756" v="3799" actId="20577"/>
        <pc:sldMkLst>
          <pc:docMk/>
          <pc:sldMk cId="2292230207" sldId="265"/>
        </pc:sldMkLst>
        <pc:spChg chg="add mod">
          <ac:chgData name="WU Fangyi" userId="a48d6f58-3f9a-4223-918e-9cdb1f1a4d1f" providerId="ADAL" clId="{D6BEC41D-8D25-4BCD-99D8-0AD605C14FC1}" dt="2026-04-13T12:52:40.011" v="3051" actId="1076"/>
          <ac:spMkLst>
            <pc:docMk/>
            <pc:sldMk cId="2292230207" sldId="265"/>
            <ac:spMk id="3" creationId="{1DB1012F-3D8C-2C2F-1D02-C746D68E9CE1}"/>
          </ac:spMkLst>
        </pc:spChg>
        <pc:spChg chg="add mod">
          <ac:chgData name="WU Fangyi" userId="a48d6f58-3f9a-4223-918e-9cdb1f1a4d1f" providerId="ADAL" clId="{D6BEC41D-8D25-4BCD-99D8-0AD605C14FC1}" dt="2026-04-13T12:52:46.656" v="3056" actId="20577"/>
          <ac:spMkLst>
            <pc:docMk/>
            <pc:sldMk cId="2292230207" sldId="265"/>
            <ac:spMk id="4" creationId="{E0334E05-D269-F3F8-58C9-4BFC2F116C0A}"/>
          </ac:spMkLst>
        </pc:spChg>
        <pc:picChg chg="mod">
          <ac:chgData name="WU Fangyi" userId="a48d6f58-3f9a-4223-918e-9cdb1f1a4d1f" providerId="ADAL" clId="{D6BEC41D-8D25-4BCD-99D8-0AD605C14FC1}" dt="2026-04-13T12:51:54.196" v="3036" actId="1076"/>
          <ac:picMkLst>
            <pc:docMk/>
            <pc:sldMk cId="2292230207" sldId="265"/>
            <ac:picMk id="17" creationId="{6CBFD7B8-0C16-F44E-B3AC-0EDDECFEDFE1}"/>
          </ac:picMkLst>
        </pc:picChg>
      </pc:sldChg>
      <pc:sldChg chg="add ord modNotesTx">
        <pc:chgData name="WU Fangyi" userId="a48d6f58-3f9a-4223-918e-9cdb1f1a4d1f" providerId="ADAL" clId="{D6BEC41D-8D25-4BCD-99D8-0AD605C14FC1}" dt="2026-04-13T13:27:19.147" v="3889" actId="20577"/>
        <pc:sldMkLst>
          <pc:docMk/>
          <pc:sldMk cId="374307697" sldId="266"/>
        </pc:sldMkLst>
      </pc:sldChg>
      <pc:sldChg chg="addSp delSp modSp add mod ord modNotesTx">
        <pc:chgData name="WU Fangyi" userId="a48d6f58-3f9a-4223-918e-9cdb1f1a4d1f" providerId="ADAL" clId="{D6BEC41D-8D25-4BCD-99D8-0AD605C14FC1}" dt="2026-04-13T13:09:39.498" v="3298" actId="113"/>
        <pc:sldMkLst>
          <pc:docMk/>
          <pc:sldMk cId="1994205026" sldId="267"/>
        </pc:sldMkLst>
        <pc:spChg chg="mod topLvl">
          <ac:chgData name="WU Fangyi" userId="a48d6f58-3f9a-4223-918e-9cdb1f1a4d1f" providerId="ADAL" clId="{D6BEC41D-8D25-4BCD-99D8-0AD605C14FC1}" dt="2026-04-07T14:21:37.700" v="2915" actId="14100"/>
          <ac:spMkLst>
            <pc:docMk/>
            <pc:sldMk cId="1994205026" sldId="267"/>
            <ac:spMk id="9" creationId="{ADF5FEFD-9973-B825-8387-4D6058D3F817}"/>
          </ac:spMkLst>
        </pc:spChg>
        <pc:spChg chg="mod topLvl">
          <ac:chgData name="WU Fangyi" userId="a48d6f58-3f9a-4223-918e-9cdb1f1a4d1f" providerId="ADAL" clId="{D6BEC41D-8D25-4BCD-99D8-0AD605C14FC1}" dt="2026-04-07T14:04:53.405" v="2677" actId="1076"/>
          <ac:spMkLst>
            <pc:docMk/>
            <pc:sldMk cId="1994205026" sldId="267"/>
            <ac:spMk id="10" creationId="{0D8046AD-8610-49DA-7084-59147B3DA273}"/>
          </ac:spMkLst>
        </pc:spChg>
        <pc:spChg chg="add mod">
          <ac:chgData name="WU Fangyi" userId="a48d6f58-3f9a-4223-918e-9cdb1f1a4d1f" providerId="ADAL" clId="{D6BEC41D-8D25-4BCD-99D8-0AD605C14FC1}" dt="2026-04-07T14:24:27.878" v="2962" actId="1036"/>
          <ac:spMkLst>
            <pc:docMk/>
            <pc:sldMk cId="1994205026" sldId="267"/>
            <ac:spMk id="14" creationId="{EE4C3C78-31B8-D4AA-7277-3D75D1CBA19A}"/>
          </ac:spMkLst>
        </pc:spChg>
        <pc:spChg chg="mod">
          <ac:chgData name="WU Fangyi" userId="a48d6f58-3f9a-4223-918e-9cdb1f1a4d1f" providerId="ADAL" clId="{D6BEC41D-8D25-4BCD-99D8-0AD605C14FC1}" dt="2026-04-07T14:05:14.307" v="2685" actId="1035"/>
          <ac:spMkLst>
            <pc:docMk/>
            <pc:sldMk cId="1994205026" sldId="267"/>
            <ac:spMk id="15" creationId="{29532B6F-B536-3257-3F9C-3E7C215B238C}"/>
          </ac:spMkLst>
        </pc:spChg>
        <pc:spChg chg="mod">
          <ac:chgData name="WU Fangyi" userId="a48d6f58-3f9a-4223-918e-9cdb1f1a4d1f" providerId="ADAL" clId="{D6BEC41D-8D25-4BCD-99D8-0AD605C14FC1}" dt="2026-04-07T14:21:32.666" v="2913" actId="14100"/>
          <ac:spMkLst>
            <pc:docMk/>
            <pc:sldMk cId="1994205026" sldId="267"/>
            <ac:spMk id="18" creationId="{75B2F61B-31C4-4568-3B7B-916E8DFE2DEE}"/>
          </ac:spMkLst>
        </pc:spChg>
        <pc:spChg chg="mod">
          <ac:chgData name="WU Fangyi" userId="a48d6f58-3f9a-4223-918e-9cdb1f1a4d1f" providerId="ADAL" clId="{D6BEC41D-8D25-4BCD-99D8-0AD605C14FC1}" dt="2026-04-07T14:21:13.030" v="2907" actId="1076"/>
          <ac:spMkLst>
            <pc:docMk/>
            <pc:sldMk cId="1994205026" sldId="267"/>
            <ac:spMk id="21" creationId="{A54B5B8E-FE53-8A24-F680-4413E72C99E1}"/>
          </ac:spMkLst>
        </pc:spChg>
        <pc:spChg chg="mod">
          <ac:chgData name="WU Fangyi" userId="a48d6f58-3f9a-4223-918e-9cdb1f1a4d1f" providerId="ADAL" clId="{D6BEC41D-8D25-4BCD-99D8-0AD605C14FC1}" dt="2026-04-07T14:24:27.878" v="2962" actId="1036"/>
          <ac:spMkLst>
            <pc:docMk/>
            <pc:sldMk cId="1994205026" sldId="267"/>
            <ac:spMk id="25" creationId="{611C1A67-A507-A1D4-F380-FCF86CAD303B}"/>
          </ac:spMkLst>
        </pc:spChg>
        <pc:spChg chg="mod">
          <ac:chgData name="WU Fangyi" userId="a48d6f58-3f9a-4223-918e-9cdb1f1a4d1f" providerId="ADAL" clId="{D6BEC41D-8D25-4BCD-99D8-0AD605C14FC1}" dt="2026-04-07T14:21:15.378" v="2908" actId="1076"/>
          <ac:spMkLst>
            <pc:docMk/>
            <pc:sldMk cId="1994205026" sldId="267"/>
            <ac:spMk id="26" creationId="{D392F06D-4AEB-836F-BF6D-5DE019C61268}"/>
          </ac:spMkLst>
        </pc:spChg>
        <pc:spChg chg="add mod">
          <ac:chgData name="WU Fangyi" userId="a48d6f58-3f9a-4223-918e-9cdb1f1a4d1f" providerId="ADAL" clId="{D6BEC41D-8D25-4BCD-99D8-0AD605C14FC1}" dt="2026-04-07T14:21:28.091" v="2912" actId="14100"/>
          <ac:spMkLst>
            <pc:docMk/>
            <pc:sldMk cId="1994205026" sldId="267"/>
            <ac:spMk id="65" creationId="{BE58A19D-3345-0977-F19A-154E986D90E4}"/>
          </ac:spMkLst>
        </pc:spChg>
        <pc:spChg chg="add mod">
          <ac:chgData name="WU Fangyi" userId="a48d6f58-3f9a-4223-918e-9cdb1f1a4d1f" providerId="ADAL" clId="{D6BEC41D-8D25-4BCD-99D8-0AD605C14FC1}" dt="2026-04-07T14:24:27.878" v="2962" actId="1036"/>
          <ac:spMkLst>
            <pc:docMk/>
            <pc:sldMk cId="1994205026" sldId="267"/>
            <ac:spMk id="66" creationId="{3DAA14EB-1D60-350E-4475-75199A623870}"/>
          </ac:spMkLst>
        </pc:spChg>
        <pc:spChg chg="add mod">
          <ac:chgData name="WU Fangyi" userId="a48d6f58-3f9a-4223-918e-9cdb1f1a4d1f" providerId="ADAL" clId="{D6BEC41D-8D25-4BCD-99D8-0AD605C14FC1}" dt="2026-04-07T14:28:25.577" v="2986" actId="207"/>
          <ac:spMkLst>
            <pc:docMk/>
            <pc:sldMk cId="1994205026" sldId="267"/>
            <ac:spMk id="67" creationId="{765AB126-7E1A-8C84-CD08-ABAF7BCD8E27}"/>
          </ac:spMkLst>
        </pc:spChg>
        <pc:spChg chg="add mod ord">
          <ac:chgData name="WU Fangyi" userId="a48d6f58-3f9a-4223-918e-9cdb1f1a4d1f" providerId="ADAL" clId="{D6BEC41D-8D25-4BCD-99D8-0AD605C14FC1}" dt="2026-04-07T14:27:29.544" v="2977" actId="166"/>
          <ac:spMkLst>
            <pc:docMk/>
            <pc:sldMk cId="1994205026" sldId="267"/>
            <ac:spMk id="69" creationId="{6BC7660E-2A35-C8EF-1C55-FB480007398D}"/>
          </ac:spMkLst>
        </pc:spChg>
        <pc:spChg chg="add mod">
          <ac:chgData name="WU Fangyi" userId="a48d6f58-3f9a-4223-918e-9cdb1f1a4d1f" providerId="ADAL" clId="{D6BEC41D-8D25-4BCD-99D8-0AD605C14FC1}" dt="2026-04-07T14:24:27.878" v="2962" actId="1036"/>
          <ac:spMkLst>
            <pc:docMk/>
            <pc:sldMk cId="1994205026" sldId="267"/>
            <ac:spMk id="71" creationId="{6EE2EB10-34AE-DA8C-22EB-AFD4AABD3E08}"/>
          </ac:spMkLst>
        </pc:spChg>
        <pc:spChg chg="mod">
          <ac:chgData name="WU Fangyi" userId="a48d6f58-3f9a-4223-918e-9cdb1f1a4d1f" providerId="ADAL" clId="{D6BEC41D-8D25-4BCD-99D8-0AD605C14FC1}" dt="2026-04-07T14:24:27.878" v="2962" actId="1036"/>
          <ac:spMkLst>
            <pc:docMk/>
            <pc:sldMk cId="1994205026" sldId="267"/>
            <ac:spMk id="101" creationId="{014F7CAF-8B52-3B8A-151A-084CFC565E80}"/>
          </ac:spMkLst>
        </pc:spChg>
        <pc:spChg chg="add mod">
          <ac:chgData name="WU Fangyi" userId="a48d6f58-3f9a-4223-918e-9cdb1f1a4d1f" providerId="ADAL" clId="{D6BEC41D-8D25-4BCD-99D8-0AD605C14FC1}" dt="2026-04-07T14:29:42.179" v="3010" actId="14100"/>
          <ac:spMkLst>
            <pc:docMk/>
            <pc:sldMk cId="1994205026" sldId="267"/>
            <ac:spMk id="115" creationId="{BC0E36BB-7C18-9F7D-2450-602A7B5105F7}"/>
          </ac:spMkLst>
        </pc:spChg>
        <pc:spChg chg="mod">
          <ac:chgData name="WU Fangyi" userId="a48d6f58-3f9a-4223-918e-9cdb1f1a4d1f" providerId="ADAL" clId="{D6BEC41D-8D25-4BCD-99D8-0AD605C14FC1}" dt="2026-04-07T14:31:57.235" v="3015" actId="1076"/>
          <ac:spMkLst>
            <pc:docMk/>
            <pc:sldMk cId="1994205026" sldId="267"/>
            <ac:spMk id="155" creationId="{EDF1E142-DF16-BFE2-D545-A1AAF443C1F2}"/>
          </ac:spMkLst>
        </pc:spChg>
        <pc:spChg chg="mod">
          <ac:chgData name="WU Fangyi" userId="a48d6f58-3f9a-4223-918e-9cdb1f1a4d1f" providerId="ADAL" clId="{D6BEC41D-8D25-4BCD-99D8-0AD605C14FC1}" dt="2026-04-07T14:32:04.308" v="3017" actId="1076"/>
          <ac:spMkLst>
            <pc:docMk/>
            <pc:sldMk cId="1994205026" sldId="267"/>
            <ac:spMk id="256" creationId="{5D45A792-7985-59EC-9328-DC4BA6E67B67}"/>
          </ac:spMkLst>
        </pc:spChg>
        <pc:cxnChg chg="add mod">
          <ac:chgData name="WU Fangyi" userId="a48d6f58-3f9a-4223-918e-9cdb1f1a4d1f" providerId="ADAL" clId="{D6BEC41D-8D25-4BCD-99D8-0AD605C14FC1}" dt="2026-04-07T14:20:41.609" v="2898"/>
          <ac:cxnSpMkLst>
            <pc:docMk/>
            <pc:sldMk cId="1994205026" sldId="267"/>
            <ac:cxnSpMk id="72" creationId="{A2DC6897-99B3-16F2-7623-0C03B34EAD89}"/>
          </ac:cxnSpMkLst>
        </pc:cxnChg>
        <pc:cxnChg chg="add mod">
          <ac:chgData name="WU Fangyi" userId="a48d6f58-3f9a-4223-918e-9cdb1f1a4d1f" providerId="ADAL" clId="{D6BEC41D-8D25-4BCD-99D8-0AD605C14FC1}" dt="2026-04-07T14:20:48.069" v="2900" actId="1076"/>
          <ac:cxnSpMkLst>
            <pc:docMk/>
            <pc:sldMk cId="1994205026" sldId="267"/>
            <ac:cxnSpMk id="73" creationId="{57E01DA3-D534-1774-78EC-8D8869341AFF}"/>
          </ac:cxnSpMkLst>
        </pc:cxnChg>
        <pc:cxnChg chg="add mod">
          <ac:chgData name="WU Fangyi" userId="a48d6f58-3f9a-4223-918e-9cdb1f1a4d1f" providerId="ADAL" clId="{D6BEC41D-8D25-4BCD-99D8-0AD605C14FC1}" dt="2026-04-07T14:20:56.376" v="2902" actId="1076"/>
          <ac:cxnSpMkLst>
            <pc:docMk/>
            <pc:sldMk cId="1994205026" sldId="267"/>
            <ac:cxnSpMk id="74" creationId="{D4DA09E9-F142-B276-F652-97B9F3D32748}"/>
          </ac:cxnSpMkLst>
        </pc:cxnChg>
        <pc:cxnChg chg="add mod">
          <ac:chgData name="WU Fangyi" userId="a48d6f58-3f9a-4223-918e-9cdb1f1a4d1f" providerId="ADAL" clId="{D6BEC41D-8D25-4BCD-99D8-0AD605C14FC1}" dt="2026-04-07T14:21:04.925" v="2906" actId="1076"/>
          <ac:cxnSpMkLst>
            <pc:docMk/>
            <pc:sldMk cId="1994205026" sldId="267"/>
            <ac:cxnSpMk id="76" creationId="{0C0B11E4-CC8F-3779-B4EF-F1FAF90BA012}"/>
          </ac:cxnSpMkLst>
        </pc:cxnChg>
        <pc:cxnChg chg="add mod">
          <ac:chgData name="WU Fangyi" userId="a48d6f58-3f9a-4223-918e-9cdb1f1a4d1f" providerId="ADAL" clId="{D6BEC41D-8D25-4BCD-99D8-0AD605C14FC1}" dt="2026-04-07T14:21:19.743" v="2910" actId="1076"/>
          <ac:cxnSpMkLst>
            <pc:docMk/>
            <pc:sldMk cId="1994205026" sldId="267"/>
            <ac:cxnSpMk id="77" creationId="{492DB8A9-AB00-7111-686D-77C25148D164}"/>
          </ac:cxnSpMkLst>
        </pc:cxnChg>
        <pc:cxnChg chg="add mod">
          <ac:chgData name="WU Fangyi" userId="a48d6f58-3f9a-4223-918e-9cdb1f1a4d1f" providerId="ADAL" clId="{D6BEC41D-8D25-4BCD-99D8-0AD605C14FC1}" dt="2026-04-07T14:21:45.019" v="2917" actId="1076"/>
          <ac:cxnSpMkLst>
            <pc:docMk/>
            <pc:sldMk cId="1994205026" sldId="267"/>
            <ac:cxnSpMk id="78" creationId="{074BFF9B-293F-3F39-6F33-4DCFE5B94586}"/>
          </ac:cxnSpMkLst>
        </pc:cxnChg>
        <pc:cxnChg chg="add mod ord">
          <ac:chgData name="WU Fangyi" userId="a48d6f58-3f9a-4223-918e-9cdb1f1a4d1f" providerId="ADAL" clId="{D6BEC41D-8D25-4BCD-99D8-0AD605C14FC1}" dt="2026-04-07T14:24:54.808" v="2967" actId="166"/>
          <ac:cxnSpMkLst>
            <pc:docMk/>
            <pc:sldMk cId="1994205026" sldId="267"/>
            <ac:cxnSpMk id="80" creationId="{99B9FAF2-CB83-70D5-867E-EA2F3FF96764}"/>
          </ac:cxnSpMkLst>
        </pc:cxnChg>
        <pc:cxnChg chg="add mod">
          <ac:chgData name="WU Fangyi" userId="a48d6f58-3f9a-4223-918e-9cdb1f1a4d1f" providerId="ADAL" clId="{D6BEC41D-8D25-4BCD-99D8-0AD605C14FC1}" dt="2026-04-07T14:24:34.677" v="2964" actId="14100"/>
          <ac:cxnSpMkLst>
            <pc:docMk/>
            <pc:sldMk cId="1994205026" sldId="267"/>
            <ac:cxnSpMk id="82" creationId="{E7F85CC1-1B7A-0C42-C491-5BDBEDC1F130}"/>
          </ac:cxnSpMkLst>
        </pc:cxnChg>
        <pc:cxnChg chg="add mod">
          <ac:chgData name="WU Fangyi" userId="a48d6f58-3f9a-4223-918e-9cdb1f1a4d1f" providerId="ADAL" clId="{D6BEC41D-8D25-4BCD-99D8-0AD605C14FC1}" dt="2026-04-07T14:24:27.878" v="2962" actId="1036"/>
          <ac:cxnSpMkLst>
            <pc:docMk/>
            <pc:sldMk cId="1994205026" sldId="267"/>
            <ac:cxnSpMk id="84" creationId="{A7D3AD1F-99ED-AF4B-E770-301FB6EA819E}"/>
          </ac:cxnSpMkLst>
        </pc:cxnChg>
        <pc:cxnChg chg="add mod">
          <ac:chgData name="WU Fangyi" userId="a48d6f58-3f9a-4223-918e-9cdb1f1a4d1f" providerId="ADAL" clId="{D6BEC41D-8D25-4BCD-99D8-0AD605C14FC1}" dt="2026-04-07T14:24:27.878" v="2962" actId="1036"/>
          <ac:cxnSpMkLst>
            <pc:docMk/>
            <pc:sldMk cId="1994205026" sldId="267"/>
            <ac:cxnSpMk id="85" creationId="{8318E8EF-B547-C963-85EF-5F8536883EE2}"/>
          </ac:cxnSpMkLst>
        </pc:cxnChg>
        <pc:cxnChg chg="add mod">
          <ac:chgData name="WU Fangyi" userId="a48d6f58-3f9a-4223-918e-9cdb1f1a4d1f" providerId="ADAL" clId="{D6BEC41D-8D25-4BCD-99D8-0AD605C14FC1}" dt="2026-04-07T14:22:42.352" v="2931" actId="1076"/>
          <ac:cxnSpMkLst>
            <pc:docMk/>
            <pc:sldMk cId="1994205026" sldId="267"/>
            <ac:cxnSpMk id="87" creationId="{D241DD2E-5F54-E17E-9C02-D7D5A29C431F}"/>
          </ac:cxnSpMkLst>
        </pc:cxnChg>
        <pc:cxnChg chg="add mod">
          <ac:chgData name="WU Fangyi" userId="a48d6f58-3f9a-4223-918e-9cdb1f1a4d1f" providerId="ADAL" clId="{D6BEC41D-8D25-4BCD-99D8-0AD605C14FC1}" dt="2026-04-07T14:31:47.560" v="3013" actId="14100"/>
          <ac:cxnSpMkLst>
            <pc:docMk/>
            <pc:sldMk cId="1994205026" sldId="267"/>
            <ac:cxnSpMk id="88" creationId="{7D16EF3A-F537-61CA-C17A-CC07F9266A64}"/>
          </ac:cxnSpMkLst>
        </pc:cxnChg>
        <pc:cxnChg chg="add mod">
          <ac:chgData name="WU Fangyi" userId="a48d6f58-3f9a-4223-918e-9cdb1f1a4d1f" providerId="ADAL" clId="{D6BEC41D-8D25-4BCD-99D8-0AD605C14FC1}" dt="2026-04-07T14:31:52.637" v="3014" actId="14100"/>
          <ac:cxnSpMkLst>
            <pc:docMk/>
            <pc:sldMk cId="1994205026" sldId="267"/>
            <ac:cxnSpMk id="94" creationId="{DC38FFC8-166A-31E1-2922-5F7F71CE9148}"/>
          </ac:cxnSpMkLst>
        </pc:cxnChg>
        <pc:cxnChg chg="add mod">
          <ac:chgData name="WU Fangyi" userId="a48d6f58-3f9a-4223-918e-9cdb1f1a4d1f" providerId="ADAL" clId="{D6BEC41D-8D25-4BCD-99D8-0AD605C14FC1}" dt="2026-04-07T14:25:10.703" v="2971" actId="14100"/>
          <ac:cxnSpMkLst>
            <pc:docMk/>
            <pc:sldMk cId="1994205026" sldId="267"/>
            <ac:cxnSpMk id="104" creationId="{E79B16BB-1856-A9E3-2891-1A3D961248D5}"/>
          </ac:cxnSpMkLst>
        </pc:cxnChg>
        <pc:cxnChg chg="add mod">
          <ac:chgData name="WU Fangyi" userId="a48d6f58-3f9a-4223-918e-9cdb1f1a4d1f" providerId="ADAL" clId="{D6BEC41D-8D25-4BCD-99D8-0AD605C14FC1}" dt="2026-04-07T14:26:00.671" v="2974" actId="1076"/>
          <ac:cxnSpMkLst>
            <pc:docMk/>
            <pc:sldMk cId="1994205026" sldId="267"/>
            <ac:cxnSpMk id="110" creationId="{5BBEFC21-7010-5BE7-B4BD-6F41EFD7BA0B}"/>
          </ac:cxnSpMkLst>
        </pc:cxnChg>
        <pc:cxnChg chg="add mod">
          <ac:chgData name="WU Fangyi" userId="a48d6f58-3f9a-4223-918e-9cdb1f1a4d1f" providerId="ADAL" clId="{D6BEC41D-8D25-4BCD-99D8-0AD605C14FC1}" dt="2026-04-07T14:28:01.071" v="2983" actId="208"/>
          <ac:cxnSpMkLst>
            <pc:docMk/>
            <pc:sldMk cId="1994205026" sldId="267"/>
            <ac:cxnSpMk id="111" creationId="{4BAE8E0D-4AA5-DCE6-2491-881A9F364A3A}"/>
          </ac:cxnSpMkLst>
        </pc:cxnChg>
        <pc:cxnChg chg="add mod">
          <ac:chgData name="WU Fangyi" userId="a48d6f58-3f9a-4223-918e-9cdb1f1a4d1f" providerId="ADAL" clId="{D6BEC41D-8D25-4BCD-99D8-0AD605C14FC1}" dt="2026-04-07T14:29:14.112" v="2989" actId="1076"/>
          <ac:cxnSpMkLst>
            <pc:docMk/>
            <pc:sldMk cId="1994205026" sldId="267"/>
            <ac:cxnSpMk id="114" creationId="{C2CBAF85-9F15-9C28-A49D-FA832C029A7B}"/>
          </ac:cxnSpMkLst>
        </pc:cxnChg>
      </pc:sldChg>
      <pc:sldChg chg="addSp delSp modSp new mod modNotesTx">
        <pc:chgData name="WU Fangyi" userId="a48d6f58-3f9a-4223-918e-9cdb1f1a4d1f" providerId="ADAL" clId="{D6BEC41D-8D25-4BCD-99D8-0AD605C14FC1}" dt="2026-04-13T13:23:54.158" v="3874" actId="20577"/>
        <pc:sldMkLst>
          <pc:docMk/>
          <pc:sldMk cId="2783664981" sldId="268"/>
        </pc:sldMkLst>
        <pc:spChg chg="del">
          <ac:chgData name="WU Fangyi" userId="a48d6f58-3f9a-4223-918e-9cdb1f1a4d1f" providerId="ADAL" clId="{D6BEC41D-8D25-4BCD-99D8-0AD605C14FC1}" dt="2026-04-13T13:11:10.753" v="3300" actId="478"/>
          <ac:spMkLst>
            <pc:docMk/>
            <pc:sldMk cId="2783664981" sldId="268"/>
            <ac:spMk id="2" creationId="{D7392914-194E-6CC3-7091-8FAE08948D10}"/>
          </ac:spMkLst>
        </pc:spChg>
        <pc:spChg chg="del">
          <ac:chgData name="WU Fangyi" userId="a48d6f58-3f9a-4223-918e-9cdb1f1a4d1f" providerId="ADAL" clId="{D6BEC41D-8D25-4BCD-99D8-0AD605C14FC1}" dt="2026-04-13T13:11:10.753" v="3300" actId="478"/>
          <ac:spMkLst>
            <pc:docMk/>
            <pc:sldMk cId="2783664981" sldId="268"/>
            <ac:spMk id="3" creationId="{BA20526E-AD9E-3571-FD8D-E7034A8DD61D}"/>
          </ac:spMkLst>
        </pc:spChg>
        <pc:spChg chg="add mod">
          <ac:chgData name="WU Fangyi" userId="a48d6f58-3f9a-4223-918e-9cdb1f1a4d1f" providerId="ADAL" clId="{D6BEC41D-8D25-4BCD-99D8-0AD605C14FC1}" dt="2026-04-13T13:11:23.118" v="3304"/>
          <ac:spMkLst>
            <pc:docMk/>
            <pc:sldMk cId="2783664981" sldId="268"/>
            <ac:spMk id="6" creationId="{36F013A7-B25A-4576-1E3E-AF0E7F193F6C}"/>
          </ac:spMkLst>
        </pc:spChg>
        <pc:picChg chg="add mod">
          <ac:chgData name="WU Fangyi" userId="a48d6f58-3f9a-4223-918e-9cdb1f1a4d1f" providerId="ADAL" clId="{D6BEC41D-8D25-4BCD-99D8-0AD605C14FC1}" dt="2026-04-13T13:11:15.913" v="3303" actId="1076"/>
          <ac:picMkLst>
            <pc:docMk/>
            <pc:sldMk cId="2783664981" sldId="268"/>
            <ac:picMk id="5" creationId="{F39C431E-E592-5B0C-FD79-5485439C4E54}"/>
          </ac:picMkLst>
        </pc:picChg>
        <pc:picChg chg="add mod">
          <ac:chgData name="WU Fangyi" userId="a48d6f58-3f9a-4223-918e-9cdb1f1a4d1f" providerId="ADAL" clId="{D6BEC41D-8D25-4BCD-99D8-0AD605C14FC1}" dt="2026-04-13T13:16:51.379" v="3398" actId="1076"/>
          <ac:picMkLst>
            <pc:docMk/>
            <pc:sldMk cId="2783664981" sldId="268"/>
            <ac:picMk id="8" creationId="{C56A3F8F-29E8-B060-38C4-2A0E60C553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BE24E-CF15-45FC-9AAC-6FA5EEE1D9EA}"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4534F-3EE6-4E2C-B132-4588EE3274DB}" type="slidenum">
              <a:rPr lang="zh-CN" altLang="en-US" smtClean="0"/>
              <a:t>‹#›</a:t>
            </a:fld>
            <a:endParaRPr lang="zh-CN" altLang="en-US"/>
          </a:p>
        </p:txBody>
      </p:sp>
    </p:spTree>
    <p:extLst>
      <p:ext uri="{BB962C8B-B14F-4D97-AF65-F5344CB8AC3E}">
        <p14:creationId xmlns:p14="http://schemas.microsoft.com/office/powerpoint/2010/main" val="2113927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1" dirty="0"/>
              <a:t>1. VLM method for stability analysis (unfinished part in last tutorial)</a:t>
            </a:r>
            <a:endParaRPr lang="zh-CN" altLang="en-US" sz="1800" b="1" dirty="0"/>
          </a:p>
        </p:txBody>
      </p:sp>
      <p:sp>
        <p:nvSpPr>
          <p:cNvPr id="4" name="灯片编号占位符 3"/>
          <p:cNvSpPr>
            <a:spLocks noGrp="1"/>
          </p:cNvSpPr>
          <p:nvPr>
            <p:ph type="sldNum" sz="quarter" idx="5"/>
          </p:nvPr>
        </p:nvSpPr>
        <p:spPr/>
        <p:txBody>
          <a:bodyPr/>
          <a:lstStyle/>
          <a:p>
            <a:fld id="{5204534F-3EE6-4E2C-B132-4588EE3274DB}" type="slidenum">
              <a:rPr lang="zh-CN" altLang="en-US" smtClean="0"/>
              <a:t>2</a:t>
            </a:fld>
            <a:endParaRPr lang="zh-CN" altLang="en-US"/>
          </a:p>
        </p:txBody>
      </p:sp>
    </p:spTree>
    <p:extLst>
      <p:ext uri="{BB962C8B-B14F-4D97-AF65-F5344CB8AC3E}">
        <p14:creationId xmlns:p14="http://schemas.microsoft.com/office/powerpoint/2010/main" val="536259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solidFill>
                  <a:schemeClr val="accent1"/>
                </a:solidFill>
              </a:rPr>
              <a:t>(Open 6_Preliminary_Weight_and_Balance_with_Stability_Analysis.jl and explain it)</a:t>
            </a:r>
          </a:p>
          <a:p>
            <a:endParaRPr lang="en-US" altLang="zh-CN" b="1" dirty="0">
              <a:solidFill>
                <a:schemeClr val="accent1"/>
              </a:solidFill>
            </a:endParaRPr>
          </a:p>
          <a:p>
            <a:r>
              <a:rPr lang="en-US" altLang="zh-CN" dirty="0"/>
              <a:t>Once your approximated static margin is good enough, try to use VLM to analyze the aerodynamic coefficients of forces and moments.</a:t>
            </a:r>
          </a:p>
          <a:p>
            <a:endParaRPr lang="en-US" altLang="zh-CN" dirty="0"/>
          </a:p>
          <a:p>
            <a:r>
              <a:rPr lang="en-US" altLang="zh-CN" dirty="0"/>
              <a:t>As a setup, we need to </a:t>
            </a:r>
            <a:r>
              <a:rPr lang="en-US" altLang="zh-CN" b="1" dirty="0"/>
              <a:t>mesh</a:t>
            </a:r>
            <a:r>
              <a:rPr lang="en-US" altLang="zh-CN" dirty="0"/>
              <a:t> the lifting surfaces. Meshing is relatively slow, so we can disable this part when we use this notebook for theoretical calculations.</a:t>
            </a:r>
          </a:p>
          <a:p>
            <a:endParaRPr lang="en-US" altLang="zh-CN" dirty="0"/>
          </a:p>
          <a:p>
            <a:r>
              <a:rPr lang="en-US" altLang="zh-CN" dirty="0"/>
              <a:t>Here, three lifting surfaces require meshing (</a:t>
            </a:r>
            <a:r>
              <a:rPr lang="en-US" altLang="zh-CN" b="1" dirty="0"/>
              <a:t>this page</a:t>
            </a:r>
            <a:r>
              <a:rPr lang="en-US" altLang="zh-CN" dirty="0"/>
              <a:t>). In this example, the main wing has two spanwise sections. [8, 16] means the inner section is divided into 8 meshes, while the outer section is divided into 16.</a:t>
            </a:r>
          </a:p>
          <a:p>
            <a:endParaRPr lang="en-US" altLang="zh-CN" dirty="0"/>
          </a:p>
          <a:p>
            <a:r>
              <a:rPr lang="en-US" altLang="zh-CN" dirty="0"/>
              <a:t>The function </a:t>
            </a:r>
            <a:r>
              <a:rPr lang="en-US" altLang="zh-CN" dirty="0" err="1"/>
              <a:t>ComponentVector</a:t>
            </a:r>
            <a:r>
              <a:rPr lang="en-US" altLang="zh-CN" dirty="0"/>
              <a:t> and </a:t>
            </a:r>
            <a:r>
              <a:rPr lang="en-US" altLang="zh-CN" dirty="0" err="1"/>
              <a:t>make_horseshoes</a:t>
            </a:r>
            <a:r>
              <a:rPr lang="en-US" altLang="zh-CN" dirty="0"/>
              <a:t> establish the </a:t>
            </a:r>
            <a:r>
              <a:rPr lang="en-US" altLang="zh-CN" b="1" dirty="0"/>
              <a:t>entity</a:t>
            </a:r>
            <a:r>
              <a:rPr lang="en-US" altLang="zh-CN" dirty="0"/>
              <a:t> of VLM. And we need to set the </a:t>
            </a:r>
            <a:r>
              <a:rPr lang="en-US" altLang="zh-CN" b="1" dirty="0"/>
              <a:t>freestream and reference</a:t>
            </a:r>
            <a:r>
              <a:rPr lang="en-US" altLang="zh-CN" dirty="0"/>
              <a:t> values. When you are setting the alpha of freestream, remember to check your cruise AOA.</a:t>
            </a:r>
          </a:p>
          <a:p>
            <a:endParaRPr lang="en-US" altLang="zh-CN" dirty="0"/>
          </a:p>
          <a:p>
            <a:r>
              <a:rPr lang="en-US" altLang="zh-CN" dirty="0"/>
              <a:t>Then we use the </a:t>
            </a:r>
            <a:r>
              <a:rPr lang="en-US" altLang="zh-CN" b="1" dirty="0" err="1"/>
              <a:t>solve_case</a:t>
            </a:r>
            <a:r>
              <a:rPr lang="en-US" altLang="zh-CN" dirty="0"/>
              <a:t>() function to run the VLM analysis. The element number, freestream, and reference value are returned for checking.</a:t>
            </a:r>
          </a:p>
          <a:p>
            <a:endParaRPr lang="en-US" altLang="zh-CN" dirty="0"/>
          </a:p>
          <a:p>
            <a:r>
              <a:rPr lang="en-US" altLang="zh-CN" dirty="0"/>
              <a:t>As we did in previous aerodynamic analysis, an alpha-sweeping function is developed to check the static margin under different </a:t>
            </a:r>
            <a:r>
              <a:rPr lang="en-US" altLang="zh-CN" b="1" dirty="0"/>
              <a:t>AOA</a:t>
            </a:r>
            <a:r>
              <a:rPr lang="en-US" altLang="zh-CN" dirty="0"/>
              <a:t>. Here we use alphas from -10 to 10.</a:t>
            </a:r>
          </a:p>
          <a:p>
            <a:endParaRPr lang="en-US" altLang="zh-CN" dirty="0"/>
          </a:p>
          <a:p>
            <a:r>
              <a:rPr lang="en-US" altLang="zh-CN" dirty="0"/>
              <a:t>We already discussed about the </a:t>
            </a:r>
            <a:r>
              <a:rPr lang="en-US" altLang="zh-CN" b="1" dirty="0"/>
              <a:t>Prandtl-Glauert Singularity problem</a:t>
            </a:r>
            <a:r>
              <a:rPr lang="en-US" altLang="zh-CN" dirty="0"/>
              <a:t>. So in this code, there are two examples of Mach number. M1 is 0.84, and M2 is 0.2, we can check the effectiveness of the correction.</a:t>
            </a:r>
          </a:p>
          <a:p>
            <a:endParaRPr lang="en-US" altLang="zh-CN" dirty="0"/>
          </a:p>
          <a:p>
            <a:r>
              <a:rPr lang="en-US" altLang="zh-CN" dirty="0"/>
              <a:t>After mapping and solving under different AOA, we derive </a:t>
            </a:r>
            <a:r>
              <a:rPr lang="en-US" altLang="zh-CN" b="1" dirty="0"/>
              <a:t>two </a:t>
            </a:r>
            <a:r>
              <a:rPr lang="en-US" altLang="zh-CN" b="1" dirty="0" err="1"/>
              <a:t>dataframes</a:t>
            </a:r>
            <a:r>
              <a:rPr lang="en-US" altLang="zh-CN" dirty="0"/>
              <a:t>, including 3D coefficients of forces and moments.</a:t>
            </a:r>
          </a:p>
          <a:p>
            <a:endParaRPr lang="en-US" altLang="zh-CN" dirty="0"/>
          </a:p>
          <a:p>
            <a:r>
              <a:rPr lang="en-US" altLang="zh-CN" dirty="0"/>
              <a:t>You can choose to plot any curves you need. And the </a:t>
            </a:r>
            <a:r>
              <a:rPr lang="en-US" altLang="zh-CN" b="1" dirty="0"/>
              <a:t>plot</a:t>
            </a:r>
            <a:r>
              <a:rPr lang="en-US" altLang="zh-CN" dirty="0"/>
              <a:t> in the example is to prove that VLM is not sensitive to Mach number. For an accurate result, you can turn to other CFD methods. But using a lower Mach number in this notebook is also acceptable.</a:t>
            </a:r>
          </a:p>
          <a:p>
            <a:endParaRPr lang="en-US" altLang="zh-CN" dirty="0"/>
          </a:p>
          <a:p>
            <a:r>
              <a:rPr lang="en-US" altLang="zh-CN" dirty="0"/>
              <a:t>Now we have all the aero-coefficients from the simulation. In the neutral point equation, what we need is the </a:t>
            </a:r>
            <a:r>
              <a:rPr lang="en-US" altLang="zh-CN" b="1" dirty="0"/>
              <a:t>coefficient derivative</a:t>
            </a:r>
            <a:r>
              <a:rPr lang="en-US" altLang="zh-CN" dirty="0"/>
              <a:t>. </a:t>
            </a:r>
            <a:r>
              <a:rPr lang="en-US" altLang="zh-CN" dirty="0" err="1"/>
              <a:t>freestream_derivatives</a:t>
            </a:r>
            <a:r>
              <a:rPr lang="en-US" altLang="zh-CN" dirty="0"/>
              <a:t>() is the function for all the derivatives. In the printed values, the second column is the partial derivative of alpha.</a:t>
            </a:r>
          </a:p>
          <a:p>
            <a:endParaRPr lang="en-US" altLang="zh-CN" dirty="0"/>
          </a:p>
          <a:p>
            <a:r>
              <a:rPr lang="en-US" altLang="zh-CN" dirty="0"/>
              <a:t>And we use dot to access the values and derivatives of each component. We derive the specific values: XXXX. The lift curve slope can be compared with the DATCOM results.</a:t>
            </a:r>
          </a:p>
          <a:p>
            <a:endParaRPr lang="zh-CN" altLang="en-US" dirty="0"/>
          </a:p>
        </p:txBody>
      </p:sp>
      <p:sp>
        <p:nvSpPr>
          <p:cNvPr id="4" name="灯片编号占位符 3"/>
          <p:cNvSpPr>
            <a:spLocks noGrp="1"/>
          </p:cNvSpPr>
          <p:nvPr>
            <p:ph type="sldNum" sz="quarter" idx="5"/>
          </p:nvPr>
        </p:nvSpPr>
        <p:spPr/>
        <p:txBody>
          <a:bodyPr/>
          <a:lstStyle/>
          <a:p>
            <a:fld id="{5204534F-3EE6-4E2C-B132-4588EE3274DB}" type="slidenum">
              <a:rPr lang="zh-CN" altLang="en-US" smtClean="0"/>
              <a:t>3</a:t>
            </a:fld>
            <a:endParaRPr lang="zh-CN" altLang="en-US"/>
          </a:p>
        </p:txBody>
      </p:sp>
    </p:spTree>
    <p:extLst>
      <p:ext uri="{BB962C8B-B14F-4D97-AF65-F5344CB8AC3E}">
        <p14:creationId xmlns:p14="http://schemas.microsoft.com/office/powerpoint/2010/main" val="544943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And this time we </a:t>
            </a:r>
            <a:r>
              <a:rPr lang="en-US" altLang="zh-CN" b="1" dirty="0"/>
              <a:t>use equation 14</a:t>
            </a:r>
            <a:r>
              <a:rPr lang="en-US" altLang="zh-CN" dirty="0"/>
              <a:t>, because all the coefficients from VLM are derived with respect to the nose point, and the total value can be used. </a:t>
            </a:r>
          </a:p>
          <a:p>
            <a:endParaRPr lang="en-US" altLang="zh-CN" dirty="0"/>
          </a:p>
          <a:p>
            <a:r>
              <a:rPr lang="en-US" altLang="zh-CN" b="1" dirty="0"/>
              <a:t>(</a:t>
            </a:r>
            <a:r>
              <a:rPr lang="en-HK" altLang="zh-CN" sz="1200" b="1" i="0" kern="1200" dirty="0">
                <a:solidFill>
                  <a:schemeClr val="tx1"/>
                </a:solidFill>
                <a:effectLst/>
                <a:latin typeface="+mn-lt"/>
                <a:ea typeface="+mn-ea"/>
                <a:cs typeface="+mn-cs"/>
              </a:rPr>
              <a:t>Write the derivation of alternative form 2, </a:t>
            </a:r>
            <a:r>
              <a:rPr lang="en-US" altLang="zh-CN" sz="1200" b="1" i="0" kern="1200" dirty="0">
                <a:solidFill>
                  <a:schemeClr val="tx1"/>
                </a:solidFill>
                <a:effectLst/>
                <a:latin typeface="+mn-lt"/>
                <a:ea typeface="+mn-ea"/>
                <a:cs typeface="+mn-cs"/>
              </a:rPr>
              <a:t>manuscript 1-2)</a:t>
            </a:r>
            <a:endParaRPr lang="en-US" altLang="zh-CN" b="1" dirty="0"/>
          </a:p>
          <a:p>
            <a:endParaRPr lang="en-US" altLang="zh-CN" dirty="0"/>
          </a:p>
          <a:p>
            <a:r>
              <a:rPr lang="en-US" altLang="zh-CN" dirty="0"/>
              <a:t>In the aircraft entity for VLM, there’s </a:t>
            </a:r>
            <a:r>
              <a:rPr lang="en-US" altLang="zh-CN" b="1" dirty="0"/>
              <a:t>no fuselage</a:t>
            </a:r>
            <a:r>
              <a:rPr lang="en-US" altLang="zh-CN" dirty="0"/>
              <a:t>. Because VLM is based on the simplification that turns all the components into a </a:t>
            </a:r>
            <a:r>
              <a:rPr lang="en-US" altLang="zh-CN" b="1" dirty="0"/>
              <a:t>2D flat plate</a:t>
            </a:r>
            <a:r>
              <a:rPr lang="en-US" altLang="zh-CN" dirty="0"/>
              <a:t>, it does not apply to thick and blunt structures. It so happens that this item in equation 14 can be calculated independently.</a:t>
            </a:r>
          </a:p>
          <a:p>
            <a:endParaRPr lang="en-US" altLang="zh-CN" dirty="0"/>
          </a:p>
          <a:p>
            <a:r>
              <a:rPr lang="en-US" altLang="zh-CN" dirty="0"/>
              <a:t>So we need to use </a:t>
            </a:r>
            <a:r>
              <a:rPr lang="en-US" altLang="zh-CN" b="1" dirty="0"/>
              <a:t>slender-body</a:t>
            </a:r>
            <a:r>
              <a:rPr lang="en-US" altLang="zh-CN" dirty="0"/>
              <a:t> theory again. But this time, we have a more accurate </a:t>
            </a:r>
            <a:r>
              <a:rPr lang="en-US" altLang="zh-CN" dirty="0" err="1"/>
              <a:t>CL_alpha</a:t>
            </a:r>
            <a:r>
              <a:rPr lang="en-US" altLang="zh-CN" dirty="0"/>
              <a:t> of the wing. We need to use </a:t>
            </a:r>
            <a:r>
              <a:rPr lang="en-US" altLang="zh-CN" dirty="0" err="1"/>
              <a:t>wing.CZ_alpha</a:t>
            </a:r>
            <a:r>
              <a:rPr lang="en-US" altLang="zh-CN" dirty="0"/>
              <a:t> as the input of CM/CL ratio of the fuselage.</a:t>
            </a:r>
          </a:p>
          <a:p>
            <a:endParaRPr lang="en-US" altLang="zh-CN" dirty="0"/>
          </a:p>
          <a:p>
            <a:r>
              <a:rPr lang="en-US" altLang="zh-CN" dirty="0"/>
              <a:t>After putting the coefficient term from both VLM and fuselage into the formula from equation 14, we can calculate the position of </a:t>
            </a:r>
            <a:r>
              <a:rPr lang="en-US" altLang="zh-CN" b="1" dirty="0"/>
              <a:t>NP</a:t>
            </a:r>
            <a:r>
              <a:rPr lang="en-US" altLang="zh-CN" dirty="0"/>
              <a:t>. This time, </a:t>
            </a:r>
            <a:r>
              <a:rPr lang="en-US" altLang="zh-CN" dirty="0" err="1"/>
              <a:t>x_np_vlm</a:t>
            </a:r>
            <a:r>
              <a:rPr lang="en-US" altLang="zh-CN" dirty="0"/>
              <a:t> is relative to the nose point, so we add the reference location.</a:t>
            </a:r>
          </a:p>
          <a:p>
            <a:endParaRPr lang="en-US" altLang="zh-CN" dirty="0"/>
          </a:p>
          <a:p>
            <a:r>
              <a:rPr lang="en-US" altLang="zh-CN" dirty="0"/>
              <a:t>Now we derive the final </a:t>
            </a:r>
            <a:r>
              <a:rPr lang="en-US" altLang="zh-CN" b="1" dirty="0"/>
              <a:t>static margin</a:t>
            </a:r>
            <a:r>
              <a:rPr lang="en-US" altLang="zh-CN" dirty="0"/>
              <a:t>. This result can be reserved if the SM is within the range of experience data.</a:t>
            </a:r>
          </a:p>
          <a:p>
            <a:endParaRPr lang="zh-CN" altLang="en-US" dirty="0"/>
          </a:p>
        </p:txBody>
      </p:sp>
      <p:sp>
        <p:nvSpPr>
          <p:cNvPr id="4" name="灯片编号占位符 3"/>
          <p:cNvSpPr>
            <a:spLocks noGrp="1"/>
          </p:cNvSpPr>
          <p:nvPr>
            <p:ph type="sldNum" sz="quarter" idx="5"/>
          </p:nvPr>
        </p:nvSpPr>
        <p:spPr/>
        <p:txBody>
          <a:bodyPr/>
          <a:lstStyle/>
          <a:p>
            <a:fld id="{5204534F-3EE6-4E2C-B132-4588EE3274DB}" type="slidenum">
              <a:rPr lang="zh-CN" altLang="en-US" smtClean="0"/>
              <a:t>4</a:t>
            </a:fld>
            <a:endParaRPr lang="zh-CN" altLang="en-US"/>
          </a:p>
        </p:txBody>
      </p:sp>
    </p:spTree>
    <p:extLst>
      <p:ext uri="{BB962C8B-B14F-4D97-AF65-F5344CB8AC3E}">
        <p14:creationId xmlns:p14="http://schemas.microsoft.com/office/powerpoint/2010/main" val="1904572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HK" altLang="zh-CN" b="1" dirty="0"/>
              <a:t>2. Flow Chart – the position of structural analysis</a:t>
            </a:r>
            <a:endParaRPr lang="en-US" altLang="zh-CN" b="1" dirty="0"/>
          </a:p>
          <a:p>
            <a:endParaRPr lang="en-US" altLang="zh-CN" dirty="0"/>
          </a:p>
          <a:p>
            <a:r>
              <a:rPr lang="en-US" altLang="zh-CN" dirty="0"/>
              <a:t>So far, we’ve covered several critical steps. We initially derived WTS from CA and WE. And then designed the main components, the wing and the fuselage.</a:t>
            </a:r>
          </a:p>
          <a:p>
            <a:endParaRPr lang="en-US" altLang="zh-CN" dirty="0"/>
          </a:p>
          <a:p>
            <a:r>
              <a:rPr lang="en-US" altLang="zh-CN" dirty="0"/>
              <a:t>I noticed some groups also completed their engine selection in the midterm report. You can make some adjustments after the lecture about the propulsion system.</a:t>
            </a:r>
          </a:p>
          <a:p>
            <a:endParaRPr lang="en-US" altLang="zh-CN" dirty="0"/>
          </a:p>
          <a:p>
            <a:r>
              <a:rPr lang="en-US" altLang="zh-CN" dirty="0"/>
              <a:t>After that, the geometry of the three main components is decided with iterative updates. And the aerodynamic characteristics are derived by </a:t>
            </a:r>
            <a:r>
              <a:rPr lang="en-US" altLang="zh-CN" dirty="0" err="1"/>
              <a:t>Aerofuse</a:t>
            </a:r>
            <a:r>
              <a:rPr lang="en-US" altLang="zh-CN" dirty="0"/>
              <a:t>.</a:t>
            </a:r>
          </a:p>
          <a:p>
            <a:endParaRPr lang="en-US" altLang="zh-CN" dirty="0"/>
          </a:p>
          <a:p>
            <a:r>
              <a:rPr lang="en-US" altLang="zh-CN" dirty="0"/>
              <a:t>Last week, we covered the detailed weight estimation. By calculating weight and adjusting the locations of components, we design the stabilizer geometry, confirming the CG and NP, and use static margin as the index for stability optimization.</a:t>
            </a:r>
          </a:p>
          <a:p>
            <a:endParaRPr lang="en-US" altLang="zh-CN" dirty="0"/>
          </a:p>
          <a:p>
            <a:r>
              <a:rPr lang="en-US" altLang="zh-CN" dirty="0"/>
              <a:t>There’s still one important trade-off factor. It is the structure.</a:t>
            </a:r>
          </a:p>
          <a:p>
            <a:endParaRPr lang="zh-CN" altLang="en-US" dirty="0"/>
          </a:p>
        </p:txBody>
      </p:sp>
      <p:sp>
        <p:nvSpPr>
          <p:cNvPr id="4" name="灯片编号占位符 3"/>
          <p:cNvSpPr>
            <a:spLocks noGrp="1"/>
          </p:cNvSpPr>
          <p:nvPr>
            <p:ph type="sldNum" sz="quarter" idx="5"/>
          </p:nvPr>
        </p:nvSpPr>
        <p:spPr/>
        <p:txBody>
          <a:bodyPr/>
          <a:lstStyle/>
          <a:p>
            <a:fld id="{5204534F-3EE6-4E2C-B132-4588EE3274DB}" type="slidenum">
              <a:rPr lang="zh-CN" altLang="en-US" smtClean="0"/>
              <a:t>5</a:t>
            </a:fld>
            <a:endParaRPr lang="zh-CN" altLang="en-US"/>
          </a:p>
        </p:txBody>
      </p:sp>
    </p:spTree>
    <p:extLst>
      <p:ext uri="{BB962C8B-B14F-4D97-AF65-F5344CB8AC3E}">
        <p14:creationId xmlns:p14="http://schemas.microsoft.com/office/powerpoint/2010/main" val="927555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3. V-n Diagram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(I planned to draw each curve and show them the forming process of the envelope as manuscript 3-5. But this week they already took the lecture ‘aircraft structures’. So, covering this part with code is also understandable.)</a:t>
            </a:r>
          </a:p>
          <a:p>
            <a:endParaRPr lang="en-US" altLang="zh-CN" dirty="0"/>
          </a:p>
          <a:p>
            <a:r>
              <a:rPr lang="en-US" altLang="zh-CN" dirty="0"/>
              <a:t>In the conceptual design stage, we don’t need to conduct a detailed structural design or </a:t>
            </a:r>
            <a:r>
              <a:rPr lang="en-US" altLang="zh-CN" dirty="0" err="1"/>
              <a:t>airload</a:t>
            </a:r>
            <a:r>
              <a:rPr lang="en-US" altLang="zh-CN" dirty="0"/>
              <a:t> distribution analysis, as this is the domain of design and stress engineers.</a:t>
            </a:r>
          </a:p>
          <a:p>
            <a:endParaRPr lang="en-US" altLang="zh-CN" dirty="0"/>
          </a:p>
          <a:p>
            <a:r>
              <a:rPr lang="en-US" altLang="zh-CN" dirty="0"/>
              <a:t>However, providing a flight envelope is necessary. After deciding on a version of geometry and weight, we need to provide the estimated load cases for further structural analysis.</a:t>
            </a:r>
          </a:p>
          <a:p>
            <a:endParaRPr lang="en-US" altLang="zh-CN" dirty="0"/>
          </a:p>
          <a:p>
            <a:r>
              <a:rPr lang="en-US" altLang="zh-CN" dirty="0"/>
              <a:t>In the last lecture, Prof. taught us about the structure and flight envelopes. And before that, we should know how to draw V-N diagram using notebook 7. Because this is the one you will use in Milestone 4.</a:t>
            </a:r>
          </a:p>
          <a:p>
            <a:endParaRPr lang="en-US" altLang="zh-CN" dirty="0"/>
          </a:p>
          <a:p>
            <a:r>
              <a:rPr lang="en-HK" altLang="zh-CN" b="1" dirty="0"/>
              <a:t>3-1. basic flight envelope</a:t>
            </a:r>
          </a:p>
          <a:p>
            <a:endParaRPr lang="en-US" altLang="zh-CN" b="1" dirty="0"/>
          </a:p>
          <a:p>
            <a:r>
              <a:rPr lang="en-US" altLang="zh-CN" dirty="0"/>
              <a:t>V-n diagram is also called maneuver diagram, as it defines the regime of speed V and load factor n. Each boundary in the diagram corresponds to a maneuvering limit.</a:t>
            </a:r>
          </a:p>
          <a:p>
            <a:endParaRPr lang="en-US" altLang="zh-CN" dirty="0"/>
          </a:p>
          <a:p>
            <a:r>
              <a:rPr lang="en-US" altLang="zh-CN" dirty="0"/>
              <a:t>n = L/W v= EAS</a:t>
            </a:r>
          </a:p>
          <a:p>
            <a:endParaRPr lang="en-US" altLang="zh-CN" dirty="0"/>
          </a:p>
          <a:p>
            <a:r>
              <a:rPr lang="en-US" altLang="zh-CN" dirty="0"/>
              <a:t>There are three types of boundaries: structure, speed, and aerodynamics.</a:t>
            </a:r>
          </a:p>
          <a:p>
            <a:endParaRPr lang="en-US" altLang="zh-CN" dirty="0"/>
          </a:p>
          <a:p>
            <a:r>
              <a:rPr lang="en-US" altLang="zh-CN" b="1" dirty="0"/>
              <a:t>Structure boundaries </a:t>
            </a:r>
            <a:r>
              <a:rPr lang="en-US" altLang="zh-CN" dirty="0"/>
              <a:t>are determined by regulations, FAR-25. It gives all civil aircraft the same safety load restriction.</a:t>
            </a:r>
          </a:p>
          <a:p>
            <a:r>
              <a:rPr lang="en-US" altLang="zh-CN" b="1" dirty="0" err="1"/>
              <a:t>n_max</a:t>
            </a:r>
            <a:r>
              <a:rPr lang="en-US" altLang="zh-CN" dirty="0"/>
              <a:t>: max limit load.</a:t>
            </a:r>
          </a:p>
          <a:p>
            <a:r>
              <a:rPr lang="en-US" altLang="zh-CN" b="1" dirty="0" err="1"/>
              <a:t>n_min</a:t>
            </a:r>
            <a:r>
              <a:rPr lang="en-US" altLang="zh-CN" dirty="0"/>
              <a:t>: min limit load = </a:t>
            </a:r>
            <a:r>
              <a:rPr lang="en-US" altLang="zh-CN" b="1" dirty="0"/>
              <a:t>-1</a:t>
            </a:r>
            <a:r>
              <a:rPr lang="en-US" altLang="zh-CN" dirty="0"/>
              <a:t>. It means the aircraft must be capable of withstanding at least one upside-down level flight.</a:t>
            </a:r>
          </a:p>
          <a:p>
            <a:endParaRPr lang="en-US" altLang="zh-CN" dirty="0"/>
          </a:p>
          <a:p>
            <a:r>
              <a:rPr lang="en-US" altLang="zh-CN" b="1" dirty="0"/>
              <a:t>Speed boundaries </a:t>
            </a:r>
            <a:r>
              <a:rPr lang="en-US" altLang="zh-CN" dirty="0"/>
              <a:t>are derived from requirements.</a:t>
            </a:r>
          </a:p>
          <a:p>
            <a:r>
              <a:rPr lang="en-US" altLang="zh-CN" b="1" dirty="0" err="1"/>
              <a:t>V_c</a:t>
            </a:r>
            <a:r>
              <a:rPr lang="en-US" altLang="zh-CN" dirty="0"/>
              <a:t>: The design EAS. From the cruise Mach number 0.74 (or your design speed), we can calculate </a:t>
            </a:r>
            <a:r>
              <a:rPr lang="en-US" altLang="zh-CN" dirty="0" err="1"/>
              <a:t>Vc</a:t>
            </a:r>
            <a:r>
              <a:rPr lang="en-US" altLang="zh-CN" dirty="0"/>
              <a:t>.</a:t>
            </a:r>
          </a:p>
          <a:p>
            <a:r>
              <a:rPr lang="en-US" altLang="zh-CN" b="1" dirty="0" err="1"/>
              <a:t>V_mo</a:t>
            </a:r>
            <a:r>
              <a:rPr lang="en-US" altLang="zh-CN" dirty="0"/>
              <a:t>: The maximum operating EAS. It gives the pilot an operating margin. </a:t>
            </a:r>
            <a:r>
              <a:rPr lang="en-US" altLang="zh-CN" b="1" dirty="0" err="1"/>
              <a:t>V_mo</a:t>
            </a:r>
            <a:r>
              <a:rPr lang="en-US" altLang="zh-CN" b="1" dirty="0"/>
              <a:t>=1.06V_c</a:t>
            </a:r>
            <a:endParaRPr lang="en-US" altLang="zh-CN" dirty="0"/>
          </a:p>
          <a:p>
            <a:r>
              <a:rPr lang="en-US" altLang="zh-CN" b="1" dirty="0" err="1"/>
              <a:t>V_d</a:t>
            </a:r>
            <a:r>
              <a:rPr lang="en-US" altLang="zh-CN" dirty="0"/>
              <a:t>: The design diving speed. In extreme diving conditions, pilots need several seconds to react. So we set this extreme velocity large enough to prevent structural damage. </a:t>
            </a:r>
            <a:r>
              <a:rPr lang="en-US" altLang="zh-CN" b="1" dirty="0" err="1"/>
              <a:t>V_d</a:t>
            </a:r>
            <a:r>
              <a:rPr lang="en-US" altLang="zh-CN" b="1" dirty="0"/>
              <a:t>=1.07V_mo</a:t>
            </a:r>
            <a:endParaRPr lang="en-US" altLang="zh-CN" dirty="0"/>
          </a:p>
          <a:p>
            <a:r>
              <a:rPr lang="en-US" altLang="zh-CN" dirty="0"/>
              <a:t>However, both the two extreme conditions, upside-down and diving, are small probability events. They occurring simultaneously is almost impossible. So we choose the point of (</a:t>
            </a:r>
            <a:r>
              <a:rPr lang="en-US" altLang="zh-CN" dirty="0" err="1"/>
              <a:t>vc,nmin</a:t>
            </a:r>
            <a:r>
              <a:rPr lang="en-US" altLang="zh-CN" dirty="0"/>
              <a:t>) and (</a:t>
            </a:r>
            <a:r>
              <a:rPr lang="en-US" altLang="zh-CN" dirty="0" err="1"/>
              <a:t>vd</a:t>
            </a:r>
            <a:r>
              <a:rPr lang="en-US" altLang="zh-CN" dirty="0"/>
              <a:t>, 0), and plot a linear increasing line between them.</a:t>
            </a:r>
          </a:p>
          <a:p>
            <a:endParaRPr lang="en-US" altLang="zh-CN" dirty="0"/>
          </a:p>
          <a:p>
            <a:r>
              <a:rPr lang="en-US" altLang="zh-CN" b="1" dirty="0"/>
              <a:t>Aerodynamic boundaries </a:t>
            </a:r>
            <a:r>
              <a:rPr lang="en-US" altLang="zh-CN" dirty="0"/>
              <a:t>are decided by the stall. For a certain speed, the reachable load factor is limited by CLMAX.</a:t>
            </a:r>
          </a:p>
          <a:p>
            <a:r>
              <a:rPr lang="en-US" altLang="zh-CN" dirty="0"/>
              <a:t>From the definition of n, we find that n(V) is a quadratic function passing through the origin. Cl decides the slope, so the boundary occurs at CLMAX.</a:t>
            </a:r>
          </a:p>
          <a:p>
            <a:r>
              <a:rPr lang="en-US" altLang="zh-CN" dirty="0"/>
              <a:t>You can imagine a pilot trying to reach the load factor limit. As the aircraft speeds up from 0, he will pull up to increase the AOA to reach CLMAX. But when the speed is increased to a certain level, the n touches the structural limit. At that point, the velocity is called VA.</a:t>
            </a:r>
          </a:p>
          <a:p>
            <a:r>
              <a:rPr lang="en-US" altLang="zh-CN" b="1" dirty="0"/>
              <a:t>V_A</a:t>
            </a:r>
            <a:r>
              <a:rPr lang="en-US" altLang="zh-CN" dirty="0"/>
              <a:t>: the design maneuvering speed.</a:t>
            </a:r>
          </a:p>
          <a:p>
            <a:r>
              <a:rPr lang="en-US" altLang="zh-CN" b="1" dirty="0"/>
              <a:t>V_S</a:t>
            </a:r>
            <a:r>
              <a:rPr lang="en-US" altLang="zh-CN" dirty="0"/>
              <a:t>: the stalling speed at normal level flight. The bottom line for safe flight is a sufficient speed to fly level, which means L=W when AOA reaches CLMAX.</a:t>
            </a:r>
          </a:p>
          <a:p>
            <a:endParaRPr lang="en-US" altLang="zh-CN" dirty="0"/>
          </a:p>
          <a:p>
            <a:r>
              <a:rPr lang="en-US" altLang="zh-CN" b="1" dirty="0"/>
              <a:t>3-2. Gust envelope</a:t>
            </a:r>
          </a:p>
          <a:p>
            <a:endParaRPr lang="en-US" altLang="zh-CN" b="1" dirty="0"/>
          </a:p>
          <a:p>
            <a:r>
              <a:rPr lang="en-US" altLang="zh-CN" dirty="0"/>
              <a:t>Except for the basic regime, the load designer also takes the impact of gusts into account. We can use a gust velocity that occurred on cruise conditions to derive the impact on the load.</a:t>
            </a:r>
          </a:p>
          <a:p>
            <a:endParaRPr lang="en-US" altLang="zh-CN" dirty="0"/>
          </a:p>
          <a:p>
            <a:r>
              <a:rPr lang="en-US" altLang="zh-CN" dirty="0"/>
              <a:t>The gust load is linear to the velocity of the aircraft. The intercept is n=1, and the slope is determined by the gust velocity U. </a:t>
            </a:r>
            <a:r>
              <a:rPr lang="en-US" altLang="zh-CN" b="1" dirty="0"/>
              <a:t>(this page)</a:t>
            </a:r>
          </a:p>
          <a:p>
            <a:endParaRPr lang="en-US" altLang="zh-CN" dirty="0"/>
          </a:p>
          <a:p>
            <a:r>
              <a:rPr lang="en-US" altLang="zh-CN" dirty="0"/>
              <a:t>In the airworthiness regulations, aircraft must be able to withstand vertical gusts of different intensities at different flight speeds.</a:t>
            </a:r>
          </a:p>
          <a:p>
            <a:endParaRPr lang="en-US" altLang="zh-CN" dirty="0"/>
          </a:p>
          <a:p>
            <a:r>
              <a:rPr lang="en-US" altLang="zh-CN" b="1" dirty="0" err="1"/>
              <a:t>U_e,c</a:t>
            </a:r>
            <a:r>
              <a:rPr lang="en-US" altLang="zh-CN" dirty="0"/>
              <a:t>: The regulated gust velocity at cruise speed.</a:t>
            </a:r>
          </a:p>
          <a:p>
            <a:r>
              <a:rPr lang="en-US" altLang="zh-CN" b="1" dirty="0" err="1"/>
              <a:t>U_e,d</a:t>
            </a:r>
            <a:r>
              <a:rPr lang="en-US" altLang="zh-CN" dirty="0"/>
              <a:t>: The regulated gust velocity at diving speed.</a:t>
            </a:r>
          </a:p>
          <a:p>
            <a:r>
              <a:rPr lang="en-US" altLang="zh-CN" b="1" dirty="0" err="1"/>
              <a:t>U_e,b</a:t>
            </a:r>
            <a:r>
              <a:rPr lang="en-US" altLang="zh-CN" dirty="0"/>
              <a:t>: The rough gust velocity. We can find an intersection point of this line with the stall curve. At that point, the load generated by the gust is equal to its maximum aerodynamic capability.</a:t>
            </a:r>
          </a:p>
          <a:p>
            <a:r>
              <a:rPr lang="en-US" altLang="zh-CN" dirty="0"/>
              <a:t>Under the extreme gust, the aircraft will fly at VB, so that the gust can lead to a stall rather than a greater load to damage the structure.</a:t>
            </a:r>
          </a:p>
          <a:p>
            <a:endParaRPr lang="en-US" altLang="zh-CN" dirty="0"/>
          </a:p>
          <a:p>
            <a:r>
              <a:rPr lang="en-US" altLang="zh-CN" dirty="0"/>
              <a:t>The final V-n plot is the </a:t>
            </a:r>
            <a:r>
              <a:rPr lang="en-US" altLang="zh-CN" b="1" dirty="0"/>
              <a:t>union</a:t>
            </a:r>
            <a:r>
              <a:rPr lang="en-US" altLang="zh-CN" dirty="0"/>
              <a:t> of the basic flight and gust envelope. According to this envelope, further structural design will be carried out.</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3-3. Difference between Code and Lecture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solidFill>
                  <a:schemeClr val="accent1"/>
                </a:solidFill>
              </a:rPr>
              <a:t>(Open 7_FlightEnvelope.jl, explain the input parameters and functions)</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r>
              <a:rPr lang="en-US" altLang="zh-CN" dirty="0" err="1"/>
              <a:t>n_min</a:t>
            </a:r>
            <a:r>
              <a:rPr lang="en-US" altLang="zh-CN" dirty="0"/>
              <a:t> is defined by -0.4 * </a:t>
            </a:r>
            <a:r>
              <a:rPr lang="en-US" altLang="zh-CN" dirty="0" err="1"/>
              <a:t>n_max</a:t>
            </a:r>
            <a:r>
              <a:rPr lang="en-US" altLang="zh-CN" dirty="0"/>
              <a:t>. You can keep this or use -1.</a:t>
            </a:r>
          </a:p>
          <a:p>
            <a:endParaRPr lang="en-US" altLang="zh-CN" dirty="0"/>
          </a:p>
          <a:p>
            <a:r>
              <a:rPr lang="en-US" altLang="zh-CN" dirty="0"/>
              <a:t>Gust alleviation factor Kg is used to reflect the relative inertia of the aircraft.</a:t>
            </a:r>
          </a:p>
          <a:p>
            <a:endParaRPr lang="en-US" altLang="zh-CN" dirty="0"/>
          </a:p>
          <a:p>
            <a:r>
              <a:rPr lang="en-US" altLang="zh-CN" dirty="0"/>
              <a:t>In the basic envelope-plotting function, the aircraft is not permitted to have a negative load between vs and 50 m/s at slow speeds. So the vertical boundary is moved to 50 m/s as n =0-1.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204534F-3EE6-4E2C-B132-4588EE3274DB}" type="slidenum">
              <a:rPr lang="zh-CN" altLang="en-US" smtClean="0"/>
              <a:t>6</a:t>
            </a:fld>
            <a:endParaRPr lang="zh-CN" altLang="en-US"/>
          </a:p>
        </p:txBody>
      </p:sp>
    </p:spTree>
    <p:extLst>
      <p:ext uri="{BB962C8B-B14F-4D97-AF65-F5344CB8AC3E}">
        <p14:creationId xmlns:p14="http://schemas.microsoft.com/office/powerpoint/2010/main" val="295818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50AF0-660A-09C0-FAF1-94DB8B9D48E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F3BE40B-73CA-5B3F-1780-92DEA2AA5E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58DB247-2F60-A1C7-701F-204EF82BF8F0}"/>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46F75FA8-9EC9-680B-0063-DF155C805E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C311831-789E-ECAF-8CC9-7EB43E92EE20}"/>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3895431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B98EA0-17BF-B29C-5DFE-264B2A3567E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2DB07AA-94FF-5C74-4974-81C5834360D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E85BBE-296B-FA1C-59F1-2AEF00C215F1}"/>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CE3B77A0-CC6C-1DB3-6422-CBF7B40667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5FDC81-6851-16C1-DFAB-B2379141F36C}"/>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1665243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B84DF6-0FB2-BB8C-446A-BC54688EAE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620FC99-2376-D81C-3A78-522ED596C6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0D5D5E2-A7DD-AB6D-A594-790035A6ADDD}"/>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B942A389-E6FD-C187-7EA5-43D37329BB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8200B0-31C5-6407-5C60-FB06F2D033A4}"/>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3968655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DFD732-9699-8600-6C5E-6759D50FD6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B9F250-66F7-1362-E3C8-CE5204D5A11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4CEFAE3-193E-10F5-8268-C3B5DC2D053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C84DDEE-689B-E8B1-D7E5-B7AE49E655C3}"/>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CC763C41-CCF8-CEFC-8454-2FDB0EFA2B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B80B545-D417-90A2-7A6E-36317D5F92C2}"/>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2452839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308E6F-5B0F-8655-5B42-2DA6B583E2E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5C653A6-EE01-4E23-63C0-6C170B23D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45B4723-E06A-CA0B-0EC7-8ED34883CD3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BC9AE31-C0D9-4CFC-EF7A-7B7674FBAE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94BDEBC-B76E-9001-C6F0-419BC184CDB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7CE14F0-DA74-5A40-DEBB-DA7E99724946}"/>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8" name="页脚占位符 7">
            <a:extLst>
              <a:ext uri="{FF2B5EF4-FFF2-40B4-BE49-F238E27FC236}">
                <a16:creationId xmlns:a16="http://schemas.microsoft.com/office/drawing/2014/main" id="{B15913C4-8052-1974-926A-55F0EDA01E9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D4ED512-A67D-CEC1-28E7-8663BEE0D97C}"/>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3362165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1FFFD4-F572-D596-0986-B2A9BAEEC57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3FCBEBB-C04E-A5F3-E2C0-03913F795F23}"/>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4" name="页脚占位符 3">
            <a:extLst>
              <a:ext uri="{FF2B5EF4-FFF2-40B4-BE49-F238E27FC236}">
                <a16:creationId xmlns:a16="http://schemas.microsoft.com/office/drawing/2014/main" id="{19E85A54-3618-C122-DA14-E71FCD3BF0E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89B33-0748-0B61-0371-5503E886CD21}"/>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506543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D058570-7FF4-186F-695C-23F625342F14}"/>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3" name="页脚占位符 2">
            <a:extLst>
              <a:ext uri="{FF2B5EF4-FFF2-40B4-BE49-F238E27FC236}">
                <a16:creationId xmlns:a16="http://schemas.microsoft.com/office/drawing/2014/main" id="{C8866A48-5AFF-3A26-E2C7-4A68A02EBE4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44590D2-8941-36BD-7EBA-5A2E65E02940}"/>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129710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B8676-F191-E63F-BF1D-6BF61B772B7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BCA5098-E631-4E66-7971-DFA1AE0738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0E85EDC-5325-F9CF-B537-2ECF0EF3CD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9721D3-AEE9-F2B1-B8FC-B8EBFC915036}"/>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96272FA9-2524-4C3A-51A0-60559A98D8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6495A4-C0C1-D02E-CD02-CD9109D80DEA}"/>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160640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A69AB-4E17-C70A-AEFE-D22836CC640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E4C9FD3-2640-CC98-109C-7298B41B8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1A774E6-061A-1FD8-302A-517803EBA2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C471170-03AB-B012-30CE-41F7C82E7B15}"/>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6" name="页脚占位符 5">
            <a:extLst>
              <a:ext uri="{FF2B5EF4-FFF2-40B4-BE49-F238E27FC236}">
                <a16:creationId xmlns:a16="http://schemas.microsoft.com/office/drawing/2014/main" id="{1A818EC5-6FC5-9862-D5EA-5516FF90C8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B9FBD9E-B6F0-A385-BE34-726FE210ECC2}"/>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2205955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06C365-2317-4CE7-2A41-2D2BBF1C488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052FFD4-824A-C42F-93E2-7D3F0D77157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79D3C2-5F1D-CE8C-4D2A-DFC37A3656AD}"/>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91CD0D9C-44FD-A86F-7BB1-751673BAC3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030AEC-2808-03BF-BF8E-87AF8D2F251B}"/>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3560150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727F7A-D7A9-F22B-6D75-197C836D153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C4ED28F-74EE-76D5-CA68-6F767B2E9C5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B0C1D3-752B-7216-2182-D2B18863F6D2}"/>
              </a:ext>
            </a:extLst>
          </p:cNvPr>
          <p:cNvSpPr>
            <a:spLocks noGrp="1"/>
          </p:cNvSpPr>
          <p:nvPr>
            <p:ph type="dt" sz="half" idx="10"/>
          </p:nvPr>
        </p:nvSpPr>
        <p:spPr/>
        <p:txBody>
          <a:bodyPr/>
          <a:lstStyle/>
          <a:p>
            <a:fld id="{4CD40561-9948-44C6-8D89-0D44E9673625}"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C19BC223-AC4D-D69E-C363-6689AD3DD9A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ECCFBF-BAE4-227E-A84C-93018CF59280}"/>
              </a:ext>
            </a:extLst>
          </p:cNvPr>
          <p:cNvSpPr>
            <a:spLocks noGrp="1"/>
          </p:cNvSpPr>
          <p:nvPr>
            <p:ph type="sldNum" sz="quarter" idx="12"/>
          </p:nvPr>
        </p:nvSpPr>
        <p:spPr/>
        <p:txBody>
          <a:body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261226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F534A60-C325-D209-C008-CA8D4B682D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126E71B-F10C-50D6-D235-BA1857AAD0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CC64B8B-0C37-7CDD-A14F-F896F25F3B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D40561-9948-44C6-8D89-0D44E9673625}" type="datetimeFigureOut">
              <a:rPr lang="zh-CN" altLang="en-US" smtClean="0"/>
              <a:t>2026/4/14</a:t>
            </a:fld>
            <a:endParaRPr lang="zh-CN" altLang="en-US"/>
          </a:p>
        </p:txBody>
      </p:sp>
      <p:sp>
        <p:nvSpPr>
          <p:cNvPr id="5" name="页脚占位符 4">
            <a:extLst>
              <a:ext uri="{FF2B5EF4-FFF2-40B4-BE49-F238E27FC236}">
                <a16:creationId xmlns:a16="http://schemas.microsoft.com/office/drawing/2014/main" id="{B9B5057E-3F82-46EE-A1DC-F68EB6680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61FC94D-3836-6A30-65BA-82618299F5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63251C-1377-431D-8902-5BEBD3C30AF8}" type="slidenum">
              <a:rPr lang="zh-CN" altLang="en-US" smtClean="0"/>
              <a:t>‹#›</a:t>
            </a:fld>
            <a:endParaRPr lang="zh-CN" altLang="en-US"/>
          </a:p>
        </p:txBody>
      </p:sp>
    </p:spTree>
    <p:extLst>
      <p:ext uri="{BB962C8B-B14F-4D97-AF65-F5344CB8AC3E}">
        <p14:creationId xmlns:p14="http://schemas.microsoft.com/office/powerpoint/2010/main" val="640900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0.png"/><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AA522-485D-9FD5-6D32-026A444F2066}"/>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C12EF136-A2F6-6D00-D86B-8A27517C2B65}"/>
              </a:ext>
            </a:extLst>
          </p:cNvPr>
          <p:cNvPicPr>
            <a:picLocks noChangeAspect="1"/>
          </p:cNvPicPr>
          <p:nvPr/>
        </p:nvPicPr>
        <p:blipFill>
          <a:blip r:embed="rId2"/>
          <a:stretch>
            <a:fillRect/>
          </a:stretch>
        </p:blipFill>
        <p:spPr>
          <a:xfrm>
            <a:off x="4629332" y="5229369"/>
            <a:ext cx="2933333" cy="1152381"/>
          </a:xfrm>
          <a:prstGeom prst="rect">
            <a:avLst/>
          </a:prstGeom>
        </p:spPr>
      </p:pic>
      <p:sp>
        <p:nvSpPr>
          <p:cNvPr id="13" name="文本框 12">
            <a:extLst>
              <a:ext uri="{FF2B5EF4-FFF2-40B4-BE49-F238E27FC236}">
                <a16:creationId xmlns:a16="http://schemas.microsoft.com/office/drawing/2014/main" id="{32E9C35B-9BB5-0C2E-7A22-F2127501C549}"/>
              </a:ext>
            </a:extLst>
          </p:cNvPr>
          <p:cNvSpPr txBox="1"/>
          <p:nvPr/>
        </p:nvSpPr>
        <p:spPr>
          <a:xfrm>
            <a:off x="1022769" y="1438894"/>
            <a:ext cx="10146457" cy="1446550"/>
          </a:xfrm>
          <a:prstGeom prst="rect">
            <a:avLst/>
          </a:prstGeom>
          <a:noFill/>
        </p:spPr>
        <p:txBody>
          <a:bodyPr wrap="square" rtlCol="0">
            <a:spAutoFit/>
          </a:bodyPr>
          <a:lstStyle/>
          <a:p>
            <a:pPr algn="ctr"/>
            <a:r>
              <a:rPr lang="en-HK" altLang="zh-CN" sz="4000" b="1"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MECH 3620</a:t>
            </a:r>
          </a:p>
          <a:p>
            <a:pPr algn="ctr"/>
            <a:r>
              <a:rPr lang="en-US" altLang="zh-CN" sz="4800" b="1"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Structural Analysis</a:t>
            </a:r>
            <a:endParaRPr lang="zh-CN" altLang="en-US" sz="4800" b="1" dirty="0">
              <a:solidFill>
                <a:schemeClr val="tx2">
                  <a:lumMod val="75000"/>
                  <a:lumOff val="25000"/>
                </a:schemeClr>
              </a:solidFill>
              <a:latin typeface="Calibri" panose="020F0502020204030204" pitchFamily="34" charset="0"/>
              <a:cs typeface="Calibri" panose="020F0502020204030204" pitchFamily="34" charset="0"/>
            </a:endParaRPr>
          </a:p>
        </p:txBody>
      </p:sp>
      <p:sp>
        <p:nvSpPr>
          <p:cNvPr id="14" name="文本框 13">
            <a:extLst>
              <a:ext uri="{FF2B5EF4-FFF2-40B4-BE49-F238E27FC236}">
                <a16:creationId xmlns:a16="http://schemas.microsoft.com/office/drawing/2014/main" id="{8961C04D-3235-CDAC-033C-C0AAC534C387}"/>
              </a:ext>
            </a:extLst>
          </p:cNvPr>
          <p:cNvSpPr txBox="1"/>
          <p:nvPr/>
        </p:nvSpPr>
        <p:spPr>
          <a:xfrm>
            <a:off x="3590924" y="3641908"/>
            <a:ext cx="5010150" cy="830997"/>
          </a:xfrm>
          <a:prstGeom prst="rect">
            <a:avLst/>
          </a:prstGeom>
          <a:noFill/>
        </p:spPr>
        <p:txBody>
          <a:bodyPr wrap="square" rtlCol="0">
            <a:spAutoFit/>
          </a:bodyPr>
          <a:lstStyle/>
          <a:p>
            <a:pPr algn="ctr"/>
            <a:r>
              <a:rPr lang="en-HK" altLang="zh-CN" sz="2400" b="1" dirty="0">
                <a:latin typeface="Calibri" panose="020F0502020204030204" pitchFamily="34" charset="0"/>
                <a:ea typeface="Calibri" panose="020F0502020204030204" pitchFamily="34" charset="0"/>
                <a:cs typeface="Calibri" panose="020F0502020204030204" pitchFamily="34" charset="0"/>
              </a:rPr>
              <a:t>Wu Fangyi</a:t>
            </a:r>
          </a:p>
          <a:p>
            <a:pPr algn="ctr"/>
            <a:r>
              <a:rPr lang="en-HK" altLang="zh-CN" sz="2400" b="1" dirty="0">
                <a:latin typeface="Calibri" panose="020F0502020204030204" pitchFamily="34" charset="0"/>
                <a:ea typeface="Calibri" panose="020F0502020204030204" pitchFamily="34" charset="0"/>
                <a:cs typeface="Calibri" panose="020F0502020204030204" pitchFamily="34" charset="0"/>
              </a:rPr>
              <a:t>2026.4.8</a:t>
            </a:r>
            <a:endParaRPr lang="zh-CN" altLang="en-US" sz="2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3463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BC2A0-264C-4B0D-0958-BB7C832A7E8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2072141-0265-C808-0CD7-12D0C14BF738}"/>
              </a:ext>
            </a:extLst>
          </p:cNvPr>
          <p:cNvSpPr txBox="1"/>
          <p:nvPr/>
        </p:nvSpPr>
        <p:spPr>
          <a:xfrm>
            <a:off x="4781172" y="129260"/>
            <a:ext cx="2629656" cy="400110"/>
          </a:xfrm>
          <a:prstGeom prst="rect">
            <a:avLst/>
          </a:prstGeom>
          <a:solidFill>
            <a:schemeClr val="tx2">
              <a:lumMod val="10000"/>
              <a:lumOff val="90000"/>
            </a:schemeClr>
          </a:solidFill>
          <a:ln w="28575"/>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2000" b="1" dirty="0">
                <a:ln w="0"/>
                <a:solidFill>
                  <a:schemeClr val="tx1"/>
                </a:solidFill>
                <a:latin typeface="Calibri" panose="020F0502020204030204" pitchFamily="34" charset="0"/>
                <a:ea typeface="Calibri" panose="020F0502020204030204" pitchFamily="34" charset="0"/>
                <a:cs typeface="Calibri" panose="020F0502020204030204" pitchFamily="34" charset="0"/>
              </a:rPr>
              <a:t>Initialize by Experience</a:t>
            </a:r>
            <a:endParaRPr lang="zh-CN" altLang="en-US" sz="2000" b="1" dirty="0">
              <a:ln w="0"/>
              <a:solidFill>
                <a:schemeClr val="tx1"/>
              </a:solidFill>
              <a:latin typeface="Calibri" panose="020F0502020204030204" pitchFamily="34" charset="0"/>
              <a:cs typeface="Calibri" panose="020F0502020204030204" pitchFamily="34" charset="0"/>
            </a:endParaRPr>
          </a:p>
        </p:txBody>
      </p:sp>
      <p:grpSp>
        <p:nvGrpSpPr>
          <p:cNvPr id="11" name="组合 10">
            <a:extLst>
              <a:ext uri="{FF2B5EF4-FFF2-40B4-BE49-F238E27FC236}">
                <a16:creationId xmlns:a16="http://schemas.microsoft.com/office/drawing/2014/main" id="{67217C53-C76D-70AB-CA2C-E39D3840DFFE}"/>
              </a:ext>
            </a:extLst>
          </p:cNvPr>
          <p:cNvGrpSpPr/>
          <p:nvPr/>
        </p:nvGrpSpPr>
        <p:grpSpPr>
          <a:xfrm>
            <a:off x="3667417" y="1519670"/>
            <a:ext cx="4975494" cy="707887"/>
            <a:chOff x="3682731" y="2496978"/>
            <a:chExt cx="4975494" cy="707887"/>
          </a:xfrm>
        </p:grpSpPr>
        <p:sp>
          <p:nvSpPr>
            <p:cNvPr id="9" name="文本框 8">
              <a:extLst>
                <a:ext uri="{FF2B5EF4-FFF2-40B4-BE49-F238E27FC236}">
                  <a16:creationId xmlns:a16="http://schemas.microsoft.com/office/drawing/2014/main" id="{C28DB52C-7DB3-0B56-1830-6748268AFA66}"/>
                </a:ext>
              </a:extLst>
            </p:cNvPr>
            <p:cNvSpPr txBox="1"/>
            <p:nvPr/>
          </p:nvSpPr>
          <p:spPr>
            <a:xfrm>
              <a:off x="3682731" y="2496979"/>
              <a:ext cx="2085975" cy="707886"/>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Constraint Analysis</a:t>
              </a:r>
              <a:endParaRPr lang="zh-CN" altLang="en-US" sz="2000" b="1" dirty="0">
                <a:solidFill>
                  <a:schemeClr val="tx1"/>
                </a:solidFill>
                <a:latin typeface="Calibri" panose="020F0502020204030204" pitchFamily="34" charset="0"/>
                <a:cs typeface="Calibri" panose="020F0502020204030204" pitchFamily="34" charset="0"/>
              </a:endParaRPr>
            </a:p>
          </p:txBody>
        </p:sp>
        <p:sp>
          <p:nvSpPr>
            <p:cNvPr id="10" name="文本框 9">
              <a:extLst>
                <a:ext uri="{FF2B5EF4-FFF2-40B4-BE49-F238E27FC236}">
                  <a16:creationId xmlns:a16="http://schemas.microsoft.com/office/drawing/2014/main" id="{6947FE99-3D17-D181-2D1D-E12073431C9E}"/>
                </a:ext>
              </a:extLst>
            </p:cNvPr>
            <p:cNvSpPr txBox="1"/>
            <p:nvPr/>
          </p:nvSpPr>
          <p:spPr>
            <a:xfrm>
              <a:off x="6572250" y="2496978"/>
              <a:ext cx="2085975" cy="707886"/>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Initial Weight Estimation</a:t>
              </a:r>
              <a:endParaRPr lang="zh-CN" altLang="en-US" sz="2000" b="1" dirty="0">
                <a:solidFill>
                  <a:schemeClr val="tx1"/>
                </a:solidFill>
                <a:latin typeface="Calibri" panose="020F0502020204030204" pitchFamily="34" charset="0"/>
                <a:cs typeface="Calibri" panose="020F0502020204030204" pitchFamily="34" charset="0"/>
              </a:endParaRPr>
            </a:p>
          </p:txBody>
        </p: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C1C6659-D27F-F959-32C6-6654052BE8FD}"/>
                  </a:ext>
                </a:extLst>
              </p:cNvPr>
              <p:cNvSpPr txBox="1"/>
              <p:nvPr/>
            </p:nvSpPr>
            <p:spPr>
              <a:xfrm>
                <a:off x="5440790" y="2402351"/>
                <a:ext cx="1428750" cy="42922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W, T, </a:t>
                </a: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𝑺</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𝒓𝒆𝒇</m:t>
                        </m:r>
                      </m:sub>
                    </m:sSub>
                  </m:oMath>
                </a14:m>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15" name="文本框 14">
                <a:extLst>
                  <a:ext uri="{FF2B5EF4-FFF2-40B4-BE49-F238E27FC236}">
                    <a16:creationId xmlns:a16="http://schemas.microsoft.com/office/drawing/2014/main" id="{DC1C6659-D27F-F959-32C6-6654052BE8FD}"/>
                  </a:ext>
                </a:extLst>
              </p:cNvPr>
              <p:cNvSpPr txBox="1">
                <a:spLocks noRot="1" noChangeAspect="1" noMove="1" noResize="1" noEditPoints="1" noAdjustHandles="1" noChangeArrowheads="1" noChangeShapeType="1" noTextEdit="1"/>
              </p:cNvSpPr>
              <p:nvPr/>
            </p:nvSpPr>
            <p:spPr>
              <a:xfrm>
                <a:off x="5440790" y="2402351"/>
                <a:ext cx="1428750" cy="429220"/>
              </a:xfrm>
              <a:prstGeom prst="rect">
                <a:avLst/>
              </a:prstGeom>
              <a:blipFill>
                <a:blip r:embed="rId3"/>
                <a:stretch>
                  <a:fillRect t="-2667" b="-14667"/>
                </a:stretch>
              </a:blipFill>
              <a:ln w="28575">
                <a:solidFill>
                  <a:schemeClr val="accent2">
                    <a:lumMod val="75000"/>
                  </a:schemeClr>
                </a:solidFill>
              </a:ln>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960D40B3-0287-8AB0-ED16-DFBE17190E0C}"/>
              </a:ext>
            </a:extLst>
          </p:cNvPr>
          <p:cNvSpPr txBox="1"/>
          <p:nvPr/>
        </p:nvSpPr>
        <p:spPr>
          <a:xfrm>
            <a:off x="4425374" y="3017071"/>
            <a:ext cx="3459568"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Wing &amp; Fuselage Design</a:t>
            </a:r>
          </a:p>
        </p:txBody>
      </p:sp>
      <p:cxnSp>
        <p:nvCxnSpPr>
          <p:cNvPr id="20" name="连接符: 肘形 19">
            <a:extLst>
              <a:ext uri="{FF2B5EF4-FFF2-40B4-BE49-F238E27FC236}">
                <a16:creationId xmlns:a16="http://schemas.microsoft.com/office/drawing/2014/main" id="{49C167E9-3DF4-5FA5-1723-5FA5D4E5DFE5}"/>
              </a:ext>
            </a:extLst>
          </p:cNvPr>
          <p:cNvCxnSpPr>
            <a:cxnSpLocks/>
            <a:stCxn id="9" idx="2"/>
            <a:endCxn id="15" idx="1"/>
          </p:cNvCxnSpPr>
          <p:nvPr/>
        </p:nvCxnSpPr>
        <p:spPr>
          <a:xfrm rot="16200000" flipH="1">
            <a:off x="4880895" y="2057066"/>
            <a:ext cx="389404" cy="730385"/>
          </a:xfrm>
          <a:prstGeom prst="bentConnector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21" name="文本框 20">
            <a:extLst>
              <a:ext uri="{FF2B5EF4-FFF2-40B4-BE49-F238E27FC236}">
                <a16:creationId xmlns:a16="http://schemas.microsoft.com/office/drawing/2014/main" id="{B91E5310-6D63-E94F-903C-9E89BFFF6D3B}"/>
              </a:ext>
            </a:extLst>
          </p:cNvPr>
          <p:cNvSpPr txBox="1"/>
          <p:nvPr/>
        </p:nvSpPr>
        <p:spPr>
          <a:xfrm>
            <a:off x="3954955" y="2251648"/>
            <a:ext cx="685800" cy="707886"/>
          </a:xfrm>
          <a:prstGeom prst="rect">
            <a:avLst/>
          </a:prstGeom>
          <a:noFill/>
        </p:spPr>
        <p:txBody>
          <a:bodyPr wrap="square" rtlCol="0">
            <a:spAutoFit/>
          </a:bodyPr>
          <a:lstStyle/>
          <a:p>
            <a:r>
              <a:rPr lang="en-US" altLang="zh-CN" sz="2000" b="1" dirty="0">
                <a:latin typeface="Calibri" panose="020F0502020204030204" pitchFamily="34" charset="0"/>
                <a:ea typeface="Calibri" panose="020F0502020204030204" pitchFamily="34" charset="0"/>
                <a:cs typeface="Calibri" panose="020F0502020204030204" pitchFamily="34" charset="0"/>
              </a:rPr>
              <a:t>T/W</a:t>
            </a:r>
          </a:p>
          <a:p>
            <a:r>
              <a:rPr lang="en-US" altLang="zh-CN" sz="2000" b="1" dirty="0">
                <a:latin typeface="Calibri" panose="020F0502020204030204" pitchFamily="34" charset="0"/>
                <a:ea typeface="Calibri" panose="020F0502020204030204" pitchFamily="34" charset="0"/>
                <a:cs typeface="Calibri" panose="020F0502020204030204" pitchFamily="34" charset="0"/>
              </a:rPr>
              <a:t>W/S</a:t>
            </a:r>
            <a:endParaRPr lang="zh-CN" altLang="en-US" sz="2000" b="1" dirty="0">
              <a:latin typeface="Calibri" panose="020F0502020204030204" pitchFamily="34" charset="0"/>
              <a:cs typeface="Calibri" panose="020F0502020204030204" pitchFamily="34" charset="0"/>
            </a:endParaRPr>
          </a:p>
        </p:txBody>
      </p:sp>
      <p:cxnSp>
        <p:nvCxnSpPr>
          <p:cNvPr id="23" name="连接符: 肘形 22">
            <a:extLst>
              <a:ext uri="{FF2B5EF4-FFF2-40B4-BE49-F238E27FC236}">
                <a16:creationId xmlns:a16="http://schemas.microsoft.com/office/drawing/2014/main" id="{231E45EA-6292-0F47-3820-90E81FF1ED2A}"/>
              </a:ext>
            </a:extLst>
          </p:cNvPr>
          <p:cNvCxnSpPr>
            <a:cxnSpLocks/>
            <a:stCxn id="10" idx="2"/>
            <a:endCxn id="15" idx="3"/>
          </p:cNvCxnSpPr>
          <p:nvPr/>
        </p:nvCxnSpPr>
        <p:spPr>
          <a:xfrm rot="5400000">
            <a:off x="7040030" y="2057066"/>
            <a:ext cx="389405" cy="730384"/>
          </a:xfrm>
          <a:prstGeom prst="bentConnector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sp>
        <p:nvSpPr>
          <p:cNvPr id="26" name="文本框 25">
            <a:extLst>
              <a:ext uri="{FF2B5EF4-FFF2-40B4-BE49-F238E27FC236}">
                <a16:creationId xmlns:a16="http://schemas.microsoft.com/office/drawing/2014/main" id="{D95261DE-A374-7E8A-F788-72BF694F9111}"/>
              </a:ext>
            </a:extLst>
          </p:cNvPr>
          <p:cNvSpPr txBox="1"/>
          <p:nvPr/>
        </p:nvSpPr>
        <p:spPr>
          <a:xfrm>
            <a:off x="7602106" y="2361892"/>
            <a:ext cx="931757" cy="400110"/>
          </a:xfrm>
          <a:prstGeom prst="rect">
            <a:avLst/>
          </a:prstGeom>
          <a:noFill/>
        </p:spPr>
        <p:txBody>
          <a:bodyPr wrap="square" rtlCol="0">
            <a:spAutoFit/>
          </a:bodyPr>
          <a:lstStyle/>
          <a:p>
            <a:r>
              <a:rPr lang="en-US" altLang="zh-CN" sz="2000" b="1" dirty="0">
                <a:latin typeface="Calibri" panose="020F0502020204030204" pitchFamily="34" charset="0"/>
                <a:ea typeface="Calibri" panose="020F0502020204030204" pitchFamily="34" charset="0"/>
                <a:cs typeface="Calibri" panose="020F0502020204030204" pitchFamily="34" charset="0"/>
              </a:rPr>
              <a:t>W</a:t>
            </a:r>
          </a:p>
        </p:txBody>
      </p:sp>
      <p:grpSp>
        <p:nvGrpSpPr>
          <p:cNvPr id="7" name="组合 6">
            <a:extLst>
              <a:ext uri="{FF2B5EF4-FFF2-40B4-BE49-F238E27FC236}">
                <a16:creationId xmlns:a16="http://schemas.microsoft.com/office/drawing/2014/main" id="{5B0B61FD-935A-A647-44EA-4563C3FEDA68}"/>
              </a:ext>
            </a:extLst>
          </p:cNvPr>
          <p:cNvGrpSpPr/>
          <p:nvPr/>
        </p:nvGrpSpPr>
        <p:grpSpPr>
          <a:xfrm>
            <a:off x="3762737" y="666387"/>
            <a:ext cx="4666526" cy="661584"/>
            <a:chOff x="-2436165" y="1588671"/>
            <a:chExt cx="4666526" cy="661584"/>
          </a:xfrm>
        </p:grpSpPr>
        <p:grpSp>
          <p:nvGrpSpPr>
            <p:cNvPr id="6" name="组合 5">
              <a:extLst>
                <a:ext uri="{FF2B5EF4-FFF2-40B4-BE49-F238E27FC236}">
                  <a16:creationId xmlns:a16="http://schemas.microsoft.com/office/drawing/2014/main" id="{825A750F-C328-E734-B13B-68FAFF8CEDEB}"/>
                </a:ext>
              </a:extLst>
            </p:cNvPr>
            <p:cNvGrpSpPr/>
            <p:nvPr/>
          </p:nvGrpSpPr>
          <p:grpSpPr>
            <a:xfrm>
              <a:off x="-2298752" y="1722726"/>
              <a:ext cx="4387733" cy="413511"/>
              <a:chOff x="-2298752" y="1722726"/>
              <a:chExt cx="4387733" cy="413511"/>
            </a:xfrm>
          </p:grpSpPr>
          <p:sp>
            <p:nvSpPr>
              <p:cNvPr id="2" name="文本框 1">
                <a:extLst>
                  <a:ext uri="{FF2B5EF4-FFF2-40B4-BE49-F238E27FC236}">
                    <a16:creationId xmlns:a16="http://schemas.microsoft.com/office/drawing/2014/main" id="{2781DBDE-2721-58D6-9135-5F0C1295B757}"/>
                  </a:ext>
                </a:extLst>
              </p:cNvPr>
              <p:cNvSpPr txBox="1"/>
              <p:nvPr/>
            </p:nvSpPr>
            <p:spPr>
              <a:xfrm>
                <a:off x="865021" y="1725138"/>
                <a:ext cx="1223960"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L/D</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BD94C4B-183F-7AC4-CD91-CEC3842F0F26}"/>
                      </a:ext>
                    </a:extLst>
                  </p:cNvPr>
                  <p:cNvSpPr txBox="1"/>
                  <p:nvPr/>
                </p:nvSpPr>
                <p:spPr>
                  <a:xfrm>
                    <a:off x="-2298752" y="1722726"/>
                    <a:ext cx="1223962" cy="413511"/>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𝑪</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𝑳</m:t>
                              </m:r>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m:t>
                              </m:r>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𝒎𝒂𝒙</m:t>
                              </m:r>
                            </m:sub>
                          </m:sSub>
                        </m:oMath>
                      </m:oMathPara>
                    </a14:m>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4" name="文本框 3">
                    <a:extLst>
                      <a:ext uri="{FF2B5EF4-FFF2-40B4-BE49-F238E27FC236}">
                        <a16:creationId xmlns:a16="http://schemas.microsoft.com/office/drawing/2014/main" id="{DBD94C4B-183F-7AC4-CD91-CEC3842F0F26}"/>
                      </a:ext>
                    </a:extLst>
                  </p:cNvPr>
                  <p:cNvSpPr txBox="1">
                    <a:spLocks noRot="1" noChangeAspect="1" noMove="1" noResize="1" noEditPoints="1" noAdjustHandles="1" noChangeArrowheads="1" noChangeShapeType="1" noTextEdit="1"/>
                  </p:cNvSpPr>
                  <p:nvPr/>
                </p:nvSpPr>
                <p:spPr>
                  <a:xfrm>
                    <a:off x="-2298752" y="1722726"/>
                    <a:ext cx="1223962" cy="413511"/>
                  </a:xfrm>
                  <a:prstGeom prst="rect">
                    <a:avLst/>
                  </a:prstGeom>
                  <a:blipFill>
                    <a:blip r:embed="rId4"/>
                    <a:stretch>
                      <a:fillRect/>
                    </a:stretch>
                  </a:blipFill>
                  <a:ln w="28575">
                    <a:solidFill>
                      <a:schemeClr val="accent2">
                        <a:lumMod val="75000"/>
                      </a:schemeClr>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D2AE0655-5F58-5F7D-657A-1F7FB0420E93}"/>
                  </a:ext>
                </a:extLst>
              </p:cNvPr>
              <p:cNvSpPr txBox="1"/>
              <p:nvPr/>
            </p:nvSpPr>
            <p:spPr>
              <a:xfrm>
                <a:off x="-719984" y="1730837"/>
                <a:ext cx="1223960"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AR</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p:grpSp>
        <p:sp>
          <p:nvSpPr>
            <p:cNvPr id="41" name="矩形 40">
              <a:extLst>
                <a:ext uri="{FF2B5EF4-FFF2-40B4-BE49-F238E27FC236}">
                  <a16:creationId xmlns:a16="http://schemas.microsoft.com/office/drawing/2014/main" id="{3CABC26D-BD81-2EC7-690C-BD32D411E03F}"/>
                </a:ext>
              </a:extLst>
            </p:cNvPr>
            <p:cNvSpPr/>
            <p:nvPr/>
          </p:nvSpPr>
          <p:spPr>
            <a:xfrm>
              <a:off x="-2436165" y="1588671"/>
              <a:ext cx="4666526" cy="661584"/>
            </a:xfrm>
            <a:prstGeom prst="rect">
              <a:avLst/>
            </a:prstGeom>
            <a:noFill/>
            <a:ln w="28575">
              <a:solidFill>
                <a:schemeClr val="accent2">
                  <a:lumMod val="75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grpSp>
      <p:cxnSp>
        <p:nvCxnSpPr>
          <p:cNvPr id="86" name="直接箭头连接符 85">
            <a:extLst>
              <a:ext uri="{FF2B5EF4-FFF2-40B4-BE49-F238E27FC236}">
                <a16:creationId xmlns:a16="http://schemas.microsoft.com/office/drawing/2014/main" id="{CD70A546-2A1E-B8BB-0197-4825AE362EF8}"/>
              </a:ext>
            </a:extLst>
          </p:cNvPr>
          <p:cNvCxnSpPr>
            <a:cxnSpLocks/>
            <a:stCxn id="3" idx="2"/>
            <a:endCxn id="41" idx="0"/>
          </p:cNvCxnSpPr>
          <p:nvPr/>
        </p:nvCxnSpPr>
        <p:spPr>
          <a:xfrm>
            <a:off x="6096000" y="529370"/>
            <a:ext cx="0" cy="1370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5" name="文本框 154">
            <a:extLst>
              <a:ext uri="{FF2B5EF4-FFF2-40B4-BE49-F238E27FC236}">
                <a16:creationId xmlns:a16="http://schemas.microsoft.com/office/drawing/2014/main" id="{C65BDEAB-5084-E953-BD26-6CD6DBC8D957}"/>
              </a:ext>
            </a:extLst>
          </p:cNvPr>
          <p:cNvSpPr txBox="1"/>
          <p:nvPr/>
        </p:nvSpPr>
        <p:spPr>
          <a:xfrm>
            <a:off x="2658781" y="3478725"/>
            <a:ext cx="2143125"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Sanity Check</a:t>
            </a:r>
            <a:endParaRPr lang="zh-CN" altLang="en-US" sz="2000" b="1" dirty="0">
              <a:latin typeface="Calibri" panose="020F0502020204030204" pitchFamily="34" charset="0"/>
              <a:cs typeface="Calibri" panose="020F0502020204030204" pitchFamily="34" charset="0"/>
            </a:endParaRPr>
          </a:p>
        </p:txBody>
      </p:sp>
      <p:cxnSp>
        <p:nvCxnSpPr>
          <p:cNvPr id="8" name="直接箭头连接符 7">
            <a:extLst>
              <a:ext uri="{FF2B5EF4-FFF2-40B4-BE49-F238E27FC236}">
                <a16:creationId xmlns:a16="http://schemas.microsoft.com/office/drawing/2014/main" id="{A0BBAC09-DE62-E6CC-73A2-B55F7C5CE077}"/>
              </a:ext>
            </a:extLst>
          </p:cNvPr>
          <p:cNvCxnSpPr>
            <a:cxnSpLocks/>
            <a:endCxn id="9" idx="0"/>
          </p:cNvCxnSpPr>
          <p:nvPr/>
        </p:nvCxnSpPr>
        <p:spPr>
          <a:xfrm>
            <a:off x="4710405" y="1327971"/>
            <a:ext cx="0" cy="1917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13" name="直接箭头连接符 12">
            <a:extLst>
              <a:ext uri="{FF2B5EF4-FFF2-40B4-BE49-F238E27FC236}">
                <a16:creationId xmlns:a16="http://schemas.microsoft.com/office/drawing/2014/main" id="{D0808D06-A682-BFE5-E3EB-59DADC1372B1}"/>
              </a:ext>
            </a:extLst>
          </p:cNvPr>
          <p:cNvCxnSpPr>
            <a:cxnSpLocks/>
            <a:endCxn id="10" idx="0"/>
          </p:cNvCxnSpPr>
          <p:nvPr/>
        </p:nvCxnSpPr>
        <p:spPr>
          <a:xfrm>
            <a:off x="7599924" y="1327971"/>
            <a:ext cx="0" cy="191699"/>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5" name="文本框 24">
            <a:extLst>
              <a:ext uri="{FF2B5EF4-FFF2-40B4-BE49-F238E27FC236}">
                <a16:creationId xmlns:a16="http://schemas.microsoft.com/office/drawing/2014/main" id="{224BA3E5-AC9B-6CA9-6D3E-FC977547569C}"/>
              </a:ext>
            </a:extLst>
          </p:cNvPr>
          <p:cNvSpPr txBox="1"/>
          <p:nvPr/>
        </p:nvSpPr>
        <p:spPr>
          <a:xfrm>
            <a:off x="4710404" y="3614002"/>
            <a:ext cx="2883029"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Geometry + Aero Curves</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p:cxnSp>
        <p:nvCxnSpPr>
          <p:cNvPr id="49" name="直接箭头连接符 48">
            <a:extLst>
              <a:ext uri="{FF2B5EF4-FFF2-40B4-BE49-F238E27FC236}">
                <a16:creationId xmlns:a16="http://schemas.microsoft.com/office/drawing/2014/main" id="{F0AB14B9-E050-3D95-6B93-6FE8A044EB62}"/>
              </a:ext>
            </a:extLst>
          </p:cNvPr>
          <p:cNvCxnSpPr>
            <a:cxnSpLocks/>
            <a:stCxn id="15" idx="2"/>
            <a:endCxn id="18" idx="0"/>
          </p:cNvCxnSpPr>
          <p:nvPr/>
        </p:nvCxnSpPr>
        <p:spPr>
          <a:xfrm flipH="1">
            <a:off x="6155158" y="2831571"/>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55" name="直接箭头连接符 54">
            <a:extLst>
              <a:ext uri="{FF2B5EF4-FFF2-40B4-BE49-F238E27FC236}">
                <a16:creationId xmlns:a16="http://schemas.microsoft.com/office/drawing/2014/main" id="{EB5FFA88-4C07-7A45-E597-F52E70D17C65}"/>
              </a:ext>
            </a:extLst>
          </p:cNvPr>
          <p:cNvCxnSpPr>
            <a:cxnSpLocks/>
            <a:stCxn id="18" idx="2"/>
            <a:endCxn id="25" idx="0"/>
          </p:cNvCxnSpPr>
          <p:nvPr/>
        </p:nvCxnSpPr>
        <p:spPr>
          <a:xfrm flipH="1">
            <a:off x="6151919" y="3417181"/>
            <a:ext cx="3239" cy="196821"/>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60" name="连接符: 肘形 59">
            <a:extLst>
              <a:ext uri="{FF2B5EF4-FFF2-40B4-BE49-F238E27FC236}">
                <a16:creationId xmlns:a16="http://schemas.microsoft.com/office/drawing/2014/main" id="{FBC8DC26-77C8-F1E3-580C-AE420422E5AC}"/>
              </a:ext>
            </a:extLst>
          </p:cNvPr>
          <p:cNvCxnSpPr>
            <a:cxnSpLocks/>
            <a:stCxn id="25" idx="1"/>
            <a:endCxn id="18" idx="1"/>
          </p:cNvCxnSpPr>
          <p:nvPr/>
        </p:nvCxnSpPr>
        <p:spPr>
          <a:xfrm rot="10800000">
            <a:off x="4425374" y="3217127"/>
            <a:ext cx="285030" cy="596931"/>
          </a:xfrm>
          <a:prstGeom prst="bentConnector3">
            <a:avLst>
              <a:gd name="adj1" fmla="val 666946"/>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cxnSp>
        <p:nvCxnSpPr>
          <p:cNvPr id="64" name="连接符: 肘形 63">
            <a:extLst>
              <a:ext uri="{FF2B5EF4-FFF2-40B4-BE49-F238E27FC236}">
                <a16:creationId xmlns:a16="http://schemas.microsoft.com/office/drawing/2014/main" id="{B2F08773-B1DD-2545-B18B-AB56A2CB7102}"/>
              </a:ext>
            </a:extLst>
          </p:cNvPr>
          <p:cNvCxnSpPr>
            <a:cxnSpLocks/>
            <a:stCxn id="25" idx="1"/>
            <a:endCxn id="41" idx="1"/>
          </p:cNvCxnSpPr>
          <p:nvPr/>
        </p:nvCxnSpPr>
        <p:spPr>
          <a:xfrm rot="10800000">
            <a:off x="3762738" y="997179"/>
            <a:ext cx="947667" cy="2816878"/>
          </a:xfrm>
          <a:prstGeom prst="bentConnector3">
            <a:avLst>
              <a:gd name="adj1" fmla="val 201314"/>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sp>
        <p:nvSpPr>
          <p:cNvPr id="101" name="文本框 100">
            <a:extLst>
              <a:ext uri="{FF2B5EF4-FFF2-40B4-BE49-F238E27FC236}">
                <a16:creationId xmlns:a16="http://schemas.microsoft.com/office/drawing/2014/main" id="{6A1E0CC7-AC11-B67A-4596-9EEF3F3C368A}"/>
              </a:ext>
            </a:extLst>
          </p:cNvPr>
          <p:cNvSpPr txBox="1"/>
          <p:nvPr/>
        </p:nvSpPr>
        <p:spPr>
          <a:xfrm>
            <a:off x="4173419" y="4187258"/>
            <a:ext cx="3829759"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Detailed Weight Estimation</a:t>
            </a:r>
          </a:p>
        </p:txBody>
      </p:sp>
      <p:cxnSp>
        <p:nvCxnSpPr>
          <p:cNvPr id="102" name="连接符: 肘形 101">
            <a:extLst>
              <a:ext uri="{FF2B5EF4-FFF2-40B4-BE49-F238E27FC236}">
                <a16:creationId xmlns:a16="http://schemas.microsoft.com/office/drawing/2014/main" id="{60565FD3-2CA2-2562-0D93-3828A316C82E}"/>
              </a:ext>
            </a:extLst>
          </p:cNvPr>
          <p:cNvCxnSpPr>
            <a:cxnSpLocks/>
            <a:stCxn id="106" idx="3"/>
            <a:endCxn id="10" idx="3"/>
          </p:cNvCxnSpPr>
          <p:nvPr/>
        </p:nvCxnSpPr>
        <p:spPr>
          <a:xfrm flipV="1">
            <a:off x="7967531" y="1873613"/>
            <a:ext cx="675380" cy="3106171"/>
          </a:xfrm>
          <a:prstGeom prst="bentConnector3">
            <a:avLst>
              <a:gd name="adj1" fmla="val 199209"/>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246CCEC8-260E-730B-9664-A6686D6BEE5C}"/>
                  </a:ext>
                </a:extLst>
              </p:cNvPr>
              <p:cNvSpPr txBox="1"/>
              <p:nvPr/>
            </p:nvSpPr>
            <p:spPr>
              <a:xfrm>
                <a:off x="6289042" y="4779729"/>
                <a:ext cx="1678489"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CG, </a:t>
                </a: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𝑾</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𝒊</m:t>
                        </m:r>
                      </m:sub>
                    </m:sSub>
                  </m:oMath>
                </a14:m>
                <a:r>
                  <a:rPr lang="en-US" altLang="zh-CN" sz="2000" b="1" dirty="0">
                    <a:solidFill>
                      <a:schemeClr val="accent2">
                        <a:lumMod val="75000"/>
                      </a:schemeClr>
                    </a:solidFill>
                    <a:latin typeface="Calibri" panose="020F0502020204030204" pitchFamily="34" charset="0"/>
                    <a:cs typeface="Calibri" panose="020F0502020204030204" pitchFamily="34" charset="0"/>
                  </a:rPr>
                  <a:t>, </a:t>
                </a: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cs typeface="Calibri" panose="020F0502020204030204" pitchFamily="34" charset="0"/>
                          </a:rPr>
                          <m:t>𝒙</m:t>
                        </m:r>
                      </m:e>
                      <m:sub>
                        <m:r>
                          <a:rPr lang="en-US" altLang="zh-CN" sz="2000" b="1" i="1" smtClean="0">
                            <a:solidFill>
                              <a:schemeClr val="accent2">
                                <a:lumMod val="75000"/>
                              </a:schemeClr>
                            </a:solidFill>
                            <a:latin typeface="Cambria Math" panose="02040503050406030204" pitchFamily="18" charset="0"/>
                            <a:cs typeface="Calibri" panose="020F0502020204030204" pitchFamily="34" charset="0"/>
                          </a:rPr>
                          <m:t>𝒊</m:t>
                        </m:r>
                      </m:sub>
                    </m:sSub>
                  </m:oMath>
                </a14:m>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106" name="文本框 105">
                <a:extLst>
                  <a:ext uri="{FF2B5EF4-FFF2-40B4-BE49-F238E27FC236}">
                    <a16:creationId xmlns:a16="http://schemas.microsoft.com/office/drawing/2014/main" id="{246CCEC8-260E-730B-9664-A6686D6BEE5C}"/>
                  </a:ext>
                </a:extLst>
              </p:cNvPr>
              <p:cNvSpPr txBox="1">
                <a:spLocks noRot="1" noChangeAspect="1" noMove="1" noResize="1" noEditPoints="1" noAdjustHandles="1" noChangeArrowheads="1" noChangeShapeType="1" noTextEdit="1"/>
              </p:cNvSpPr>
              <p:nvPr/>
            </p:nvSpPr>
            <p:spPr>
              <a:xfrm>
                <a:off x="6289042" y="4779729"/>
                <a:ext cx="1678489" cy="400110"/>
              </a:xfrm>
              <a:prstGeom prst="rect">
                <a:avLst/>
              </a:prstGeom>
              <a:blipFill>
                <a:blip r:embed="rId5"/>
                <a:stretch>
                  <a:fillRect t="-4225" b="-19718"/>
                </a:stretch>
              </a:blipFill>
              <a:ln w="28575">
                <a:solidFill>
                  <a:schemeClr val="accent2">
                    <a:lumMod val="75000"/>
                  </a:schemeClr>
                </a:solidFill>
              </a:ln>
            </p:spPr>
            <p:txBody>
              <a:bodyPr/>
              <a:lstStyle/>
              <a:p>
                <a:r>
                  <a:rPr lang="zh-CN" altLang="en-US">
                    <a:noFill/>
                  </a:rPr>
                  <a:t> </a:t>
                </a:r>
              </a:p>
            </p:txBody>
          </p:sp>
        </mc:Fallback>
      </mc:AlternateContent>
      <p:sp>
        <p:nvSpPr>
          <p:cNvPr id="107" name="文本框 106">
            <a:extLst>
              <a:ext uri="{FF2B5EF4-FFF2-40B4-BE49-F238E27FC236}">
                <a16:creationId xmlns:a16="http://schemas.microsoft.com/office/drawing/2014/main" id="{E86F262D-9A02-1B9C-5863-A36904C3E6D6}"/>
              </a:ext>
            </a:extLst>
          </p:cNvPr>
          <p:cNvSpPr txBox="1"/>
          <p:nvPr/>
        </p:nvSpPr>
        <p:spPr>
          <a:xfrm>
            <a:off x="4841211" y="5357445"/>
            <a:ext cx="2627894"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Stability Analysis</a:t>
            </a:r>
          </a:p>
        </p:txBody>
      </p:sp>
      <p:cxnSp>
        <p:nvCxnSpPr>
          <p:cNvPr id="135" name="连接符: 肘形 134">
            <a:extLst>
              <a:ext uri="{FF2B5EF4-FFF2-40B4-BE49-F238E27FC236}">
                <a16:creationId xmlns:a16="http://schemas.microsoft.com/office/drawing/2014/main" id="{9BB25A2A-291A-B4CE-D5F4-91B96EE423BB}"/>
              </a:ext>
            </a:extLst>
          </p:cNvPr>
          <p:cNvCxnSpPr>
            <a:cxnSpLocks/>
            <a:stCxn id="149" idx="1"/>
          </p:cNvCxnSpPr>
          <p:nvPr/>
        </p:nvCxnSpPr>
        <p:spPr>
          <a:xfrm rot="10800000">
            <a:off x="4504735" y="5171247"/>
            <a:ext cx="835882" cy="961942"/>
          </a:xfrm>
          <a:prstGeom prst="bentConnector2">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sp>
        <p:nvSpPr>
          <p:cNvPr id="149" name="文本框 148">
            <a:extLst>
              <a:ext uri="{FF2B5EF4-FFF2-40B4-BE49-F238E27FC236}">
                <a16:creationId xmlns:a16="http://schemas.microsoft.com/office/drawing/2014/main" id="{43F4D4CD-4689-F191-5C53-2B361D742B24}"/>
              </a:ext>
            </a:extLst>
          </p:cNvPr>
          <p:cNvSpPr txBox="1"/>
          <p:nvPr/>
        </p:nvSpPr>
        <p:spPr>
          <a:xfrm>
            <a:off x="5340617" y="5933134"/>
            <a:ext cx="1629081"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Static margin</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p:sp>
        <p:nvSpPr>
          <p:cNvPr id="161" name="文本框 160">
            <a:extLst>
              <a:ext uri="{FF2B5EF4-FFF2-40B4-BE49-F238E27FC236}">
                <a16:creationId xmlns:a16="http://schemas.microsoft.com/office/drawing/2014/main" id="{077E1EC1-50B4-6405-54C9-9AECA5EB2CA1}"/>
              </a:ext>
            </a:extLst>
          </p:cNvPr>
          <p:cNvSpPr txBox="1"/>
          <p:nvPr/>
        </p:nvSpPr>
        <p:spPr>
          <a:xfrm>
            <a:off x="4224470" y="4778184"/>
            <a:ext cx="1734896"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Stabilizer</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p:sp>
        <p:nvSpPr>
          <p:cNvPr id="184" name="文本框 183">
            <a:extLst>
              <a:ext uri="{FF2B5EF4-FFF2-40B4-BE49-F238E27FC236}">
                <a16:creationId xmlns:a16="http://schemas.microsoft.com/office/drawing/2014/main" id="{79B6A29B-F8B8-EE56-8B22-8877C55B0A3E}"/>
              </a:ext>
            </a:extLst>
          </p:cNvPr>
          <p:cNvSpPr txBox="1"/>
          <p:nvPr/>
        </p:nvSpPr>
        <p:spPr>
          <a:xfrm>
            <a:off x="2440961" y="5339429"/>
            <a:ext cx="2143125"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SM &lt; desired?</a:t>
            </a:r>
            <a:endParaRPr lang="zh-CN" altLang="en-US" sz="2000" b="1" dirty="0">
              <a:latin typeface="Calibri" panose="020F0502020204030204" pitchFamily="34" charset="0"/>
              <a:cs typeface="Calibri" panose="020F0502020204030204" pitchFamily="34" charset="0"/>
            </a:endParaRPr>
          </a:p>
        </p:txBody>
      </p:sp>
      <p:cxnSp>
        <p:nvCxnSpPr>
          <p:cNvPr id="217" name="连接符: 肘形 216">
            <a:extLst>
              <a:ext uri="{FF2B5EF4-FFF2-40B4-BE49-F238E27FC236}">
                <a16:creationId xmlns:a16="http://schemas.microsoft.com/office/drawing/2014/main" id="{D6DF7310-62E9-8FCA-DAA7-3A0DFC445679}"/>
              </a:ext>
            </a:extLst>
          </p:cNvPr>
          <p:cNvCxnSpPr>
            <a:cxnSpLocks/>
            <a:stCxn id="149" idx="3"/>
          </p:cNvCxnSpPr>
          <p:nvPr/>
        </p:nvCxnSpPr>
        <p:spPr>
          <a:xfrm flipV="1">
            <a:off x="6969698" y="5171247"/>
            <a:ext cx="756532" cy="961942"/>
          </a:xfrm>
          <a:prstGeom prst="bentConnector2">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sp>
        <p:nvSpPr>
          <p:cNvPr id="221" name="文本框 220">
            <a:extLst>
              <a:ext uri="{FF2B5EF4-FFF2-40B4-BE49-F238E27FC236}">
                <a16:creationId xmlns:a16="http://schemas.microsoft.com/office/drawing/2014/main" id="{DE4DC410-CC4A-9FE0-A730-C40813408A15}"/>
              </a:ext>
            </a:extLst>
          </p:cNvPr>
          <p:cNvSpPr txBox="1"/>
          <p:nvPr/>
        </p:nvSpPr>
        <p:spPr>
          <a:xfrm>
            <a:off x="7637673" y="5345723"/>
            <a:ext cx="2143125"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SM &lt; desired?</a:t>
            </a:r>
            <a:endParaRPr lang="zh-CN" altLang="en-US" sz="2000" b="1" dirty="0">
              <a:latin typeface="Calibri" panose="020F0502020204030204" pitchFamily="34" charset="0"/>
              <a:cs typeface="Calibri" panose="020F0502020204030204" pitchFamily="34" charset="0"/>
            </a:endParaRPr>
          </a:p>
        </p:txBody>
      </p:sp>
      <p:sp>
        <p:nvSpPr>
          <p:cNvPr id="237" name="文本框 236">
            <a:extLst>
              <a:ext uri="{FF2B5EF4-FFF2-40B4-BE49-F238E27FC236}">
                <a16:creationId xmlns:a16="http://schemas.microsoft.com/office/drawing/2014/main" id="{9AED0BFE-72B8-663C-28B0-660FEC37415B}"/>
              </a:ext>
            </a:extLst>
          </p:cNvPr>
          <p:cNvSpPr txBox="1"/>
          <p:nvPr/>
        </p:nvSpPr>
        <p:spPr>
          <a:xfrm>
            <a:off x="8689535" y="5933134"/>
            <a:ext cx="706346" cy="400110"/>
          </a:xfrm>
          <a:prstGeom prst="rect">
            <a:avLst/>
          </a:prstGeom>
          <a:solidFill>
            <a:srgbClr val="DEF1D0"/>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Stop</a:t>
            </a:r>
          </a:p>
        </p:txBody>
      </p:sp>
      <p:cxnSp>
        <p:nvCxnSpPr>
          <p:cNvPr id="238" name="直接箭头连接符 237">
            <a:extLst>
              <a:ext uri="{FF2B5EF4-FFF2-40B4-BE49-F238E27FC236}">
                <a16:creationId xmlns:a16="http://schemas.microsoft.com/office/drawing/2014/main" id="{8ACA0893-E4D7-4374-6C9D-185E1DECA1EA}"/>
              </a:ext>
            </a:extLst>
          </p:cNvPr>
          <p:cNvCxnSpPr>
            <a:cxnSpLocks/>
            <a:endCxn id="237" idx="1"/>
          </p:cNvCxnSpPr>
          <p:nvPr/>
        </p:nvCxnSpPr>
        <p:spPr>
          <a:xfrm>
            <a:off x="7726230" y="6133189"/>
            <a:ext cx="963305" cy="0"/>
          </a:xfrm>
          <a:prstGeom prst="straightConnector1">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241" name="直接箭头连接符 240">
            <a:extLst>
              <a:ext uri="{FF2B5EF4-FFF2-40B4-BE49-F238E27FC236}">
                <a16:creationId xmlns:a16="http://schemas.microsoft.com/office/drawing/2014/main" id="{BFF73865-102A-C5FE-3D55-ADA653FEC0E5}"/>
              </a:ext>
            </a:extLst>
          </p:cNvPr>
          <p:cNvCxnSpPr>
            <a:cxnSpLocks/>
          </p:cNvCxnSpPr>
          <p:nvPr/>
        </p:nvCxnSpPr>
        <p:spPr>
          <a:xfrm>
            <a:off x="4938845" y="4589691"/>
            <a:ext cx="5" cy="186169"/>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242" name="直接箭头连接符 241">
            <a:extLst>
              <a:ext uri="{FF2B5EF4-FFF2-40B4-BE49-F238E27FC236}">
                <a16:creationId xmlns:a16="http://schemas.microsoft.com/office/drawing/2014/main" id="{4EBB36FE-EFD3-266A-E0A8-B90FB8352003}"/>
              </a:ext>
            </a:extLst>
          </p:cNvPr>
          <p:cNvCxnSpPr>
            <a:cxnSpLocks/>
          </p:cNvCxnSpPr>
          <p:nvPr/>
        </p:nvCxnSpPr>
        <p:spPr>
          <a:xfrm>
            <a:off x="7253147" y="4602123"/>
            <a:ext cx="5" cy="186169"/>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243" name="直接箭头连接符 242">
            <a:extLst>
              <a:ext uri="{FF2B5EF4-FFF2-40B4-BE49-F238E27FC236}">
                <a16:creationId xmlns:a16="http://schemas.microsoft.com/office/drawing/2014/main" id="{0480226F-32B5-C34C-2F42-26507E368CAE}"/>
              </a:ext>
            </a:extLst>
          </p:cNvPr>
          <p:cNvCxnSpPr>
            <a:cxnSpLocks/>
          </p:cNvCxnSpPr>
          <p:nvPr/>
        </p:nvCxnSpPr>
        <p:spPr>
          <a:xfrm>
            <a:off x="6155150" y="5759202"/>
            <a:ext cx="5" cy="186169"/>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244" name="直接箭头连接符 243">
            <a:extLst>
              <a:ext uri="{FF2B5EF4-FFF2-40B4-BE49-F238E27FC236}">
                <a16:creationId xmlns:a16="http://schemas.microsoft.com/office/drawing/2014/main" id="{703F0333-05D5-1AC6-029C-6FBE98720CD8}"/>
              </a:ext>
            </a:extLst>
          </p:cNvPr>
          <p:cNvCxnSpPr>
            <a:cxnSpLocks/>
          </p:cNvCxnSpPr>
          <p:nvPr/>
        </p:nvCxnSpPr>
        <p:spPr>
          <a:xfrm flipH="1">
            <a:off x="6155150" y="4021195"/>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245" name="直接箭头连接符 244">
            <a:extLst>
              <a:ext uri="{FF2B5EF4-FFF2-40B4-BE49-F238E27FC236}">
                <a16:creationId xmlns:a16="http://schemas.microsoft.com/office/drawing/2014/main" id="{338D6C7B-5D44-31EC-C517-A1081BB57F8E}"/>
              </a:ext>
            </a:extLst>
          </p:cNvPr>
          <p:cNvCxnSpPr>
            <a:cxnSpLocks/>
          </p:cNvCxnSpPr>
          <p:nvPr/>
        </p:nvCxnSpPr>
        <p:spPr>
          <a:xfrm flipH="1">
            <a:off x="4938838" y="5166112"/>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246" name="直接箭头连接符 245">
            <a:extLst>
              <a:ext uri="{FF2B5EF4-FFF2-40B4-BE49-F238E27FC236}">
                <a16:creationId xmlns:a16="http://schemas.microsoft.com/office/drawing/2014/main" id="{1066D29A-4412-AC43-425E-F28D8A86E944}"/>
              </a:ext>
            </a:extLst>
          </p:cNvPr>
          <p:cNvCxnSpPr>
            <a:cxnSpLocks/>
          </p:cNvCxnSpPr>
          <p:nvPr/>
        </p:nvCxnSpPr>
        <p:spPr>
          <a:xfrm flipH="1">
            <a:off x="7253147" y="5170298"/>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47" name="文本框 246">
            <a:extLst>
              <a:ext uri="{FF2B5EF4-FFF2-40B4-BE49-F238E27FC236}">
                <a16:creationId xmlns:a16="http://schemas.microsoft.com/office/drawing/2014/main" id="{D45EE570-4D76-44E0-B896-04AC5404C4E1}"/>
              </a:ext>
            </a:extLst>
          </p:cNvPr>
          <p:cNvSpPr txBox="1"/>
          <p:nvPr/>
        </p:nvSpPr>
        <p:spPr>
          <a:xfrm>
            <a:off x="7967531" y="5052018"/>
            <a:ext cx="1072387" cy="400110"/>
          </a:xfrm>
          <a:prstGeom prst="rect">
            <a:avLst/>
          </a:prstGeom>
          <a:noFill/>
        </p:spPr>
        <p:txBody>
          <a:bodyPr wrap="square" rtlCol="0">
            <a:spAutoFit/>
          </a:bodyPr>
          <a:lstStyle/>
          <a:p>
            <a:pPr algn="ctr"/>
            <a:r>
              <a:rPr lang="en-US" altLang="zh-CN" sz="2000" b="1" dirty="0">
                <a:solidFill>
                  <a:srgbClr val="92D050"/>
                </a:solidFill>
                <a:latin typeface="Calibri" panose="020F0502020204030204" pitchFamily="34" charset="0"/>
                <a:ea typeface="Calibri" panose="020F0502020204030204" pitchFamily="34" charset="0"/>
                <a:cs typeface="Calibri" panose="020F0502020204030204" pitchFamily="34" charset="0"/>
              </a:rPr>
              <a:t>(Table 7)</a:t>
            </a:r>
            <a:endParaRPr lang="zh-CN" altLang="en-US" sz="2000" b="1" dirty="0">
              <a:solidFill>
                <a:srgbClr val="92D050"/>
              </a:solidFill>
              <a:latin typeface="Calibri" panose="020F0502020204030204" pitchFamily="34" charset="0"/>
              <a:cs typeface="Calibri" panose="020F0502020204030204" pitchFamily="34" charset="0"/>
            </a:endParaRPr>
          </a:p>
        </p:txBody>
      </p:sp>
      <p:sp>
        <p:nvSpPr>
          <p:cNvPr id="248" name="文本框 247">
            <a:extLst>
              <a:ext uri="{FF2B5EF4-FFF2-40B4-BE49-F238E27FC236}">
                <a16:creationId xmlns:a16="http://schemas.microsoft.com/office/drawing/2014/main" id="{4ECB82DE-EA3F-8FCA-E864-9554328925BF}"/>
              </a:ext>
            </a:extLst>
          </p:cNvPr>
          <p:cNvSpPr txBox="1"/>
          <p:nvPr/>
        </p:nvSpPr>
        <p:spPr>
          <a:xfrm>
            <a:off x="3092019" y="5046499"/>
            <a:ext cx="1072387" cy="400110"/>
          </a:xfrm>
          <a:prstGeom prst="rect">
            <a:avLst/>
          </a:prstGeom>
          <a:noFill/>
        </p:spPr>
        <p:txBody>
          <a:bodyPr wrap="square" rtlCol="0">
            <a:spAutoFit/>
          </a:bodyPr>
          <a:lstStyle/>
          <a:p>
            <a:pPr algn="ctr"/>
            <a:r>
              <a:rPr lang="en-US" altLang="zh-CN" sz="2000" b="1" dirty="0">
                <a:solidFill>
                  <a:srgbClr val="92D050"/>
                </a:solidFill>
                <a:latin typeface="Calibri" panose="020F0502020204030204" pitchFamily="34" charset="0"/>
                <a:ea typeface="Calibri" panose="020F0502020204030204" pitchFamily="34" charset="0"/>
                <a:cs typeface="Calibri" panose="020F0502020204030204" pitchFamily="34" charset="0"/>
              </a:rPr>
              <a:t>(Table 8)</a:t>
            </a:r>
            <a:endParaRPr lang="zh-CN" altLang="en-US" sz="2000" b="1" dirty="0">
              <a:solidFill>
                <a:srgbClr val="92D050"/>
              </a:solidFill>
              <a:latin typeface="Calibri" panose="020F0502020204030204" pitchFamily="34" charset="0"/>
              <a:cs typeface="Calibri" panose="020F0502020204030204" pitchFamily="34" charset="0"/>
            </a:endParaRPr>
          </a:p>
        </p:txBody>
      </p:sp>
      <p:sp>
        <p:nvSpPr>
          <p:cNvPr id="256" name="文本框 255">
            <a:extLst>
              <a:ext uri="{FF2B5EF4-FFF2-40B4-BE49-F238E27FC236}">
                <a16:creationId xmlns:a16="http://schemas.microsoft.com/office/drawing/2014/main" id="{78C132CE-0986-509B-C6C3-BB0F2B207535}"/>
              </a:ext>
            </a:extLst>
          </p:cNvPr>
          <p:cNvSpPr txBox="1"/>
          <p:nvPr/>
        </p:nvSpPr>
        <p:spPr>
          <a:xfrm>
            <a:off x="8305221" y="3319156"/>
            <a:ext cx="1177210"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verify</a:t>
            </a:r>
            <a:endParaRPr lang="zh-CN" alt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2571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023E7-B8AE-35A3-51EE-7BA46C7E828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33F92801-15E3-2AC0-BA62-80110A7DA7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2848" y="2312339"/>
            <a:ext cx="6666702" cy="4555118"/>
          </a:xfrm>
          <a:prstGeom prst="rect">
            <a:avLst/>
          </a:prstGeom>
        </p:spPr>
      </p:pic>
      <p:sp>
        <p:nvSpPr>
          <p:cNvPr id="13" name="文本框 12">
            <a:extLst>
              <a:ext uri="{FF2B5EF4-FFF2-40B4-BE49-F238E27FC236}">
                <a16:creationId xmlns:a16="http://schemas.microsoft.com/office/drawing/2014/main" id="{E3B9FCFD-BAB7-FD23-F634-EE795935BC5A}"/>
              </a:ext>
            </a:extLst>
          </p:cNvPr>
          <p:cNvSpPr txBox="1"/>
          <p:nvPr/>
        </p:nvSpPr>
        <p:spPr>
          <a:xfrm>
            <a:off x="555374" y="1031410"/>
            <a:ext cx="6094948" cy="646331"/>
          </a:xfrm>
          <a:prstGeom prst="rect">
            <a:avLst/>
          </a:prstGeom>
          <a:noFill/>
        </p:spPr>
        <p:txBody>
          <a:bodyPr wrap="square">
            <a:spAutoFit/>
          </a:bodyPr>
          <a:lstStyle/>
          <a:p>
            <a:r>
              <a:rPr lang="zh-CN" altLang="en-US" dirty="0">
                <a:latin typeface="Arial" panose="020B0604020202020204" pitchFamily="34" charset="0"/>
                <a:cs typeface="Arial" panose="020B0604020202020204" pitchFamily="34" charset="0"/>
              </a:rPr>
              <a:t>wing_mesh = WingMesh(wing, </a:t>
            </a:r>
            <a:r>
              <a:rPr lang="zh-CN" altLang="en-US" dirty="0">
                <a:solidFill>
                  <a:schemeClr val="accent2"/>
                </a:solidFill>
                <a:latin typeface="Arial" panose="020B0604020202020204" pitchFamily="34" charset="0"/>
                <a:cs typeface="Arial" panose="020B0604020202020204" pitchFamily="34" charset="0"/>
              </a:rPr>
              <a:t>[8,16], 10</a:t>
            </a:r>
            <a:r>
              <a:rPr lang="zh-C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rPr>
              <a:t> 	        span_spacing = fill(</a:t>
            </a:r>
            <a:r>
              <a:rPr lang="zh-CN" altLang="en-US" dirty="0">
                <a:solidFill>
                  <a:schemeClr val="accent2"/>
                </a:solidFill>
                <a:latin typeface="Arial" panose="020B0604020202020204" pitchFamily="34" charset="0"/>
                <a:cs typeface="Arial" panose="020B0604020202020204" pitchFamily="34" charset="0"/>
              </a:rPr>
              <a:t>Uniform</a:t>
            </a:r>
            <a:r>
              <a:rPr lang="zh-CN" altLang="en-US" dirty="0">
                <a:latin typeface="Arial" panose="020B0604020202020204" pitchFamily="34" charset="0"/>
                <a:cs typeface="Arial" panose="020B0604020202020204" pitchFamily="34" charset="0"/>
              </a:rPr>
              <a:t>(), 4)</a:t>
            </a:r>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15" name="左大括号 14">
            <a:extLst>
              <a:ext uri="{FF2B5EF4-FFF2-40B4-BE49-F238E27FC236}">
                <a16:creationId xmlns:a16="http://schemas.microsoft.com/office/drawing/2014/main" id="{A1AD6698-F97E-030F-8D8B-DA929346081D}"/>
              </a:ext>
            </a:extLst>
          </p:cNvPr>
          <p:cNvSpPr/>
          <p:nvPr/>
        </p:nvSpPr>
        <p:spPr>
          <a:xfrm>
            <a:off x="3504149" y="2837791"/>
            <a:ext cx="373019" cy="1910780"/>
          </a:xfrm>
          <a:prstGeom prst="leftBrace">
            <a:avLst>
              <a:gd name="adj1" fmla="val 32001"/>
              <a:gd name="adj2" fmla="val 523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solidFill>
                <a:srgbClr val="C00000"/>
              </a:solidFill>
            </a:endParaRPr>
          </a:p>
        </p:txBody>
      </p:sp>
      <p:sp>
        <p:nvSpPr>
          <p:cNvPr id="16" name="左大括号 15">
            <a:extLst>
              <a:ext uri="{FF2B5EF4-FFF2-40B4-BE49-F238E27FC236}">
                <a16:creationId xmlns:a16="http://schemas.microsoft.com/office/drawing/2014/main" id="{49D3AA76-9FE7-CE05-2229-5A61E92B3ECA}"/>
              </a:ext>
            </a:extLst>
          </p:cNvPr>
          <p:cNvSpPr/>
          <p:nvPr/>
        </p:nvSpPr>
        <p:spPr>
          <a:xfrm rot="5400000">
            <a:off x="4445876" y="2165547"/>
            <a:ext cx="274796" cy="931790"/>
          </a:xfrm>
          <a:prstGeom prst="leftBrace">
            <a:avLst>
              <a:gd name="adj1" fmla="val 26692"/>
              <a:gd name="adj2" fmla="val 523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solidFill>
                <a:srgbClr val="C00000"/>
              </a:solidFill>
            </a:endParaRPr>
          </a:p>
        </p:txBody>
      </p:sp>
      <p:sp>
        <p:nvSpPr>
          <p:cNvPr id="18" name="左大括号 17">
            <a:extLst>
              <a:ext uri="{FF2B5EF4-FFF2-40B4-BE49-F238E27FC236}">
                <a16:creationId xmlns:a16="http://schemas.microsoft.com/office/drawing/2014/main" id="{0EA05E12-8AB5-EA12-51EE-D353F653CFA0}"/>
              </a:ext>
            </a:extLst>
          </p:cNvPr>
          <p:cNvSpPr/>
          <p:nvPr/>
        </p:nvSpPr>
        <p:spPr>
          <a:xfrm rot="5400000">
            <a:off x="6494629" y="1048584"/>
            <a:ext cx="274796" cy="3165717"/>
          </a:xfrm>
          <a:prstGeom prst="leftBrace">
            <a:avLst>
              <a:gd name="adj1" fmla="val 24397"/>
              <a:gd name="adj2" fmla="val 52336"/>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solidFill>
                <a:srgbClr val="C00000"/>
              </a:solidFill>
            </a:endParaRPr>
          </a:p>
        </p:txBody>
      </p:sp>
      <p:sp>
        <p:nvSpPr>
          <p:cNvPr id="19" name="文本框 18">
            <a:extLst>
              <a:ext uri="{FF2B5EF4-FFF2-40B4-BE49-F238E27FC236}">
                <a16:creationId xmlns:a16="http://schemas.microsoft.com/office/drawing/2014/main" id="{FF9AB589-7881-8C7E-2A28-BB03EA3B2C3F}"/>
              </a:ext>
            </a:extLst>
          </p:cNvPr>
          <p:cNvSpPr txBox="1"/>
          <p:nvPr/>
        </p:nvSpPr>
        <p:spPr>
          <a:xfrm>
            <a:off x="3003282" y="3670210"/>
            <a:ext cx="687376" cy="369332"/>
          </a:xfrm>
          <a:prstGeom prst="rect">
            <a:avLst/>
          </a:prstGeom>
          <a:noFill/>
        </p:spPr>
        <p:txBody>
          <a:bodyPr wrap="square" rtlCol="0">
            <a:spAutoFit/>
          </a:bodyPr>
          <a:lstStyle/>
          <a:p>
            <a:r>
              <a:rPr lang="en-US" altLang="zh-CN" b="1" dirty="0">
                <a:solidFill>
                  <a:schemeClr val="accent2"/>
                </a:solidFill>
              </a:rPr>
              <a:t>10</a:t>
            </a:r>
            <a:endParaRPr lang="zh-CN" altLang="en-US" b="1" dirty="0">
              <a:solidFill>
                <a:schemeClr val="accent2"/>
              </a:solidFill>
            </a:endParaRPr>
          </a:p>
        </p:txBody>
      </p:sp>
      <p:sp>
        <p:nvSpPr>
          <p:cNvPr id="20" name="文本框 19">
            <a:extLst>
              <a:ext uri="{FF2B5EF4-FFF2-40B4-BE49-F238E27FC236}">
                <a16:creationId xmlns:a16="http://schemas.microsoft.com/office/drawing/2014/main" id="{8ABD9BDE-D370-E762-38DD-648310240A7B}"/>
              </a:ext>
            </a:extLst>
          </p:cNvPr>
          <p:cNvSpPr txBox="1"/>
          <p:nvPr/>
        </p:nvSpPr>
        <p:spPr>
          <a:xfrm>
            <a:off x="4429774" y="2115193"/>
            <a:ext cx="307000" cy="369332"/>
          </a:xfrm>
          <a:prstGeom prst="rect">
            <a:avLst/>
          </a:prstGeom>
          <a:noFill/>
        </p:spPr>
        <p:txBody>
          <a:bodyPr wrap="square" rtlCol="0">
            <a:spAutoFit/>
          </a:bodyPr>
          <a:lstStyle/>
          <a:p>
            <a:r>
              <a:rPr lang="en-US" altLang="zh-CN" b="1" dirty="0">
                <a:solidFill>
                  <a:schemeClr val="accent2"/>
                </a:solidFill>
              </a:rPr>
              <a:t>8</a:t>
            </a:r>
            <a:endParaRPr lang="zh-CN" altLang="en-US" b="1" dirty="0">
              <a:solidFill>
                <a:schemeClr val="accent2"/>
              </a:solidFill>
            </a:endParaRPr>
          </a:p>
        </p:txBody>
      </p:sp>
      <p:sp>
        <p:nvSpPr>
          <p:cNvPr id="21" name="文本框 20">
            <a:extLst>
              <a:ext uri="{FF2B5EF4-FFF2-40B4-BE49-F238E27FC236}">
                <a16:creationId xmlns:a16="http://schemas.microsoft.com/office/drawing/2014/main" id="{A2EAE500-A6F6-C572-8AA5-5DCC3E854079}"/>
              </a:ext>
            </a:extLst>
          </p:cNvPr>
          <p:cNvSpPr txBox="1"/>
          <p:nvPr/>
        </p:nvSpPr>
        <p:spPr>
          <a:xfrm>
            <a:off x="6320108" y="2115193"/>
            <a:ext cx="463030" cy="369332"/>
          </a:xfrm>
          <a:prstGeom prst="rect">
            <a:avLst/>
          </a:prstGeom>
          <a:noFill/>
        </p:spPr>
        <p:txBody>
          <a:bodyPr wrap="square" rtlCol="0">
            <a:spAutoFit/>
          </a:bodyPr>
          <a:lstStyle/>
          <a:p>
            <a:r>
              <a:rPr lang="en-US" altLang="zh-CN" b="1" dirty="0">
                <a:solidFill>
                  <a:schemeClr val="accent2"/>
                </a:solidFill>
              </a:rPr>
              <a:t>16</a:t>
            </a:r>
            <a:endParaRPr lang="zh-CN" altLang="en-US" b="1" dirty="0">
              <a:solidFill>
                <a:schemeClr val="accent2"/>
              </a:solidFill>
            </a:endParaRPr>
          </a:p>
        </p:txBody>
      </p:sp>
      <p:sp>
        <p:nvSpPr>
          <p:cNvPr id="23" name="文本框 22">
            <a:extLst>
              <a:ext uri="{FF2B5EF4-FFF2-40B4-BE49-F238E27FC236}">
                <a16:creationId xmlns:a16="http://schemas.microsoft.com/office/drawing/2014/main" id="{C00ED551-6E79-D750-6BA6-466C507B68FC}"/>
              </a:ext>
            </a:extLst>
          </p:cNvPr>
          <p:cNvSpPr txBox="1"/>
          <p:nvPr/>
        </p:nvSpPr>
        <p:spPr>
          <a:xfrm>
            <a:off x="8417892" y="2584174"/>
            <a:ext cx="1234439" cy="369332"/>
          </a:xfrm>
          <a:prstGeom prst="rect">
            <a:avLst/>
          </a:prstGeom>
          <a:noFill/>
        </p:spPr>
        <p:txBody>
          <a:bodyPr wrap="square">
            <a:spAutoFit/>
          </a:bodyPr>
          <a:lstStyle/>
          <a:p>
            <a:r>
              <a:rPr lang="en-US" altLang="zh-CN" dirty="0">
                <a:solidFill>
                  <a:schemeClr val="accent2"/>
                </a:solidFill>
                <a:latin typeface="Arial" panose="020B0604020202020204" pitchFamily="34" charset="0"/>
                <a:cs typeface="Arial" panose="020B0604020202020204" pitchFamily="34" charset="0"/>
              </a:rPr>
              <a:t>spanwise</a:t>
            </a:r>
            <a:endParaRPr lang="zh-CN" altLang="en-US" dirty="0"/>
          </a:p>
        </p:txBody>
      </p:sp>
      <p:sp>
        <p:nvSpPr>
          <p:cNvPr id="24" name="文本框 23">
            <a:extLst>
              <a:ext uri="{FF2B5EF4-FFF2-40B4-BE49-F238E27FC236}">
                <a16:creationId xmlns:a16="http://schemas.microsoft.com/office/drawing/2014/main" id="{B701ABB6-97F6-AC65-0612-C10309FACE7F}"/>
              </a:ext>
            </a:extLst>
          </p:cNvPr>
          <p:cNvSpPr txBox="1"/>
          <p:nvPr/>
        </p:nvSpPr>
        <p:spPr>
          <a:xfrm>
            <a:off x="3195335" y="5211658"/>
            <a:ext cx="1234439" cy="369332"/>
          </a:xfrm>
          <a:prstGeom prst="rect">
            <a:avLst/>
          </a:prstGeom>
          <a:noFill/>
        </p:spPr>
        <p:txBody>
          <a:bodyPr wrap="square">
            <a:spAutoFit/>
          </a:bodyPr>
          <a:lstStyle/>
          <a:p>
            <a:r>
              <a:rPr lang="en-US" altLang="zh-CN" dirty="0">
                <a:solidFill>
                  <a:schemeClr val="accent2"/>
                </a:solidFill>
                <a:latin typeface="Arial" panose="020B0604020202020204" pitchFamily="34" charset="0"/>
                <a:cs typeface="Arial" panose="020B0604020202020204" pitchFamily="34" charset="0"/>
              </a:rPr>
              <a:t>chordwise</a:t>
            </a:r>
            <a:endParaRPr lang="zh-CN" altLang="en-US" dirty="0"/>
          </a:p>
        </p:txBody>
      </p:sp>
    </p:spTree>
    <p:extLst>
      <p:ext uri="{BB962C8B-B14F-4D97-AF65-F5344CB8AC3E}">
        <p14:creationId xmlns:p14="http://schemas.microsoft.com/office/powerpoint/2010/main" val="37430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88B8-39D0-5B3E-612C-FE214EE0DDFF}"/>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2F04C532-2FBC-E235-481A-D2401241B906}"/>
              </a:ext>
            </a:extLst>
          </p:cNvPr>
          <p:cNvPicPr>
            <a:picLocks noChangeAspect="1"/>
          </p:cNvPicPr>
          <p:nvPr/>
        </p:nvPicPr>
        <p:blipFill>
          <a:blip r:embed="rId3"/>
          <a:stretch>
            <a:fillRect/>
          </a:stretch>
        </p:blipFill>
        <p:spPr>
          <a:xfrm>
            <a:off x="2325313" y="0"/>
            <a:ext cx="7541373" cy="2903713"/>
          </a:xfrm>
          <a:prstGeom prst="rect">
            <a:avLst/>
          </a:prstGeom>
        </p:spPr>
      </p:pic>
      <p:pic>
        <p:nvPicPr>
          <p:cNvPr id="17" name="图片 16">
            <a:extLst>
              <a:ext uri="{FF2B5EF4-FFF2-40B4-BE49-F238E27FC236}">
                <a16:creationId xmlns:a16="http://schemas.microsoft.com/office/drawing/2014/main" id="{6CBFD7B8-0C16-F44E-B3AC-0EDDECFEDFE1}"/>
              </a:ext>
            </a:extLst>
          </p:cNvPr>
          <p:cNvPicPr>
            <a:picLocks noChangeAspect="1"/>
          </p:cNvPicPr>
          <p:nvPr/>
        </p:nvPicPr>
        <p:blipFill>
          <a:blip r:embed="rId4"/>
          <a:stretch>
            <a:fillRect/>
          </a:stretch>
        </p:blipFill>
        <p:spPr>
          <a:xfrm>
            <a:off x="2153811" y="2733447"/>
            <a:ext cx="7884375" cy="3515042"/>
          </a:xfrm>
          <a:prstGeom prst="rect">
            <a:avLst/>
          </a:prstGeom>
        </p:spPr>
      </p:pic>
      <p:sp>
        <p:nvSpPr>
          <p:cNvPr id="2" name="文本框 1">
            <a:extLst>
              <a:ext uri="{FF2B5EF4-FFF2-40B4-BE49-F238E27FC236}">
                <a16:creationId xmlns:a16="http://schemas.microsoft.com/office/drawing/2014/main" id="{DE040D2D-C484-BBA6-0CAB-9455D8B623A0}"/>
              </a:ext>
            </a:extLst>
          </p:cNvPr>
          <p:cNvSpPr txBox="1"/>
          <p:nvPr/>
        </p:nvSpPr>
        <p:spPr>
          <a:xfrm>
            <a:off x="52027" y="6248489"/>
            <a:ext cx="3788453" cy="523220"/>
          </a:xfrm>
          <a:prstGeom prst="rect">
            <a:avLst/>
          </a:prstGeom>
          <a:noFill/>
        </p:spPr>
        <p:txBody>
          <a:bodyPr wrap="square">
            <a:spAutoFit/>
          </a:bodyPr>
          <a:lstStyle/>
          <a:p>
            <a:r>
              <a:rPr lang="en-US" altLang="zh-CN" sz="1400" i="1" dirty="0">
                <a:solidFill>
                  <a:schemeClr val="tx1">
                    <a:lumMod val="75000"/>
                    <a:lumOff val="25000"/>
                  </a:schemeClr>
                </a:solidFill>
                <a:latin typeface="Arial" panose="020B0604020202020204" pitchFamily="34" charset="0"/>
                <a:cs typeface="Arial" panose="020B0604020202020204" pitchFamily="34" charset="0"/>
              </a:rPr>
              <a:t>Source: Prof. Gao, "Weight and Balance, Stability Analysis", MECH 3620</a:t>
            </a:r>
            <a:endParaRPr lang="zh-CN" altLang="en-US" sz="1400" i="1" dirty="0">
              <a:solidFill>
                <a:schemeClr val="tx1">
                  <a:lumMod val="75000"/>
                  <a:lumOff val="25000"/>
                </a:schemeClr>
              </a:solidFill>
              <a:latin typeface="Arial" panose="020B0604020202020204" pitchFamily="34" charset="0"/>
              <a:cs typeface="Arial" panose="020B0604020202020204" pitchFamily="34" charset="0"/>
            </a:endParaRPr>
          </a:p>
        </p:txBody>
      </p:sp>
      <p:cxnSp>
        <p:nvCxnSpPr>
          <p:cNvPr id="5" name="直接箭头连接符 4">
            <a:extLst>
              <a:ext uri="{FF2B5EF4-FFF2-40B4-BE49-F238E27FC236}">
                <a16:creationId xmlns:a16="http://schemas.microsoft.com/office/drawing/2014/main" id="{A1799E28-CAD9-DE9A-1D1A-198FF9ADACDC}"/>
              </a:ext>
            </a:extLst>
          </p:cNvPr>
          <p:cNvCxnSpPr>
            <a:cxnSpLocks/>
          </p:cNvCxnSpPr>
          <p:nvPr/>
        </p:nvCxnSpPr>
        <p:spPr>
          <a:xfrm flipH="1" flipV="1">
            <a:off x="4897875" y="2982900"/>
            <a:ext cx="368909" cy="21354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3B7AFEF-F57A-D43D-1724-CCB3BD31C2EA}"/>
                  </a:ext>
                </a:extLst>
              </p:cNvPr>
              <p:cNvSpPr txBox="1"/>
              <p:nvPr/>
            </p:nvSpPr>
            <p:spPr>
              <a:xfrm>
                <a:off x="4204083" y="2353237"/>
                <a:ext cx="964404" cy="83099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1" i="1" dirty="0" smtClean="0">
                              <a:solidFill>
                                <a:srgbClr val="C00000"/>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400" b="1" i="1" dirty="0" smtClean="0">
                              <a:solidFill>
                                <a:srgbClr val="C00000"/>
                              </a:solidFill>
                              <a:latin typeface="Cambria Math" panose="02040503050406030204" pitchFamily="18" charset="0"/>
                              <a:ea typeface="Calibri" panose="020F0502020204030204" pitchFamily="34" charset="0"/>
                              <a:cs typeface="Calibri" panose="020F0502020204030204" pitchFamily="34" charset="0"/>
                            </a:rPr>
                            <m:t>𝒙</m:t>
                          </m:r>
                        </m:e>
                        <m:sub>
                          <m:r>
                            <a:rPr lang="en-US" altLang="zh-CN" sz="2400" b="1" i="1" dirty="0" smtClean="0">
                              <a:solidFill>
                                <a:srgbClr val="C00000"/>
                              </a:solidFill>
                              <a:latin typeface="Cambria Math" panose="02040503050406030204" pitchFamily="18" charset="0"/>
                              <a:ea typeface="Calibri" panose="020F0502020204030204" pitchFamily="34" charset="0"/>
                              <a:cs typeface="Calibri" panose="020F0502020204030204" pitchFamily="34" charset="0"/>
                            </a:rPr>
                            <m:t>𝒘</m:t>
                          </m:r>
                        </m:sub>
                      </m:sSub>
                    </m:oMath>
                  </m:oMathPara>
                </a14:m>
                <a:endParaRPr lang="en-US" altLang="zh-CN" sz="24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algn="ctr"/>
                <a14:m>
                  <m:oMathPara xmlns:m="http://schemas.openxmlformats.org/officeDocument/2006/math">
                    <m:oMathParaPr>
                      <m:jc m:val="centerGroup"/>
                    </m:oMathParaPr>
                    <m:oMath xmlns:m="http://schemas.openxmlformats.org/officeDocument/2006/math">
                      <m:sSub>
                        <m:sSubPr>
                          <m:ctrlPr>
                            <a:rPr lang="en-US" altLang="zh-CN" sz="2400" b="1" i="1" dirty="0">
                              <a:solidFill>
                                <a:srgbClr val="C00000"/>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400" b="1" i="1" dirty="0">
                              <a:solidFill>
                                <a:srgbClr val="C00000"/>
                              </a:solidFill>
                              <a:latin typeface="Cambria Math" panose="02040503050406030204" pitchFamily="18" charset="0"/>
                              <a:ea typeface="Calibri" panose="020F0502020204030204" pitchFamily="34" charset="0"/>
                              <a:cs typeface="Calibri" panose="020F0502020204030204" pitchFamily="34" charset="0"/>
                            </a:rPr>
                            <m:t>𝒙</m:t>
                          </m:r>
                        </m:e>
                        <m:sub>
                          <m:r>
                            <a:rPr lang="en-US" altLang="zh-CN" sz="2400" b="1" i="1" dirty="0" smtClean="0">
                              <a:solidFill>
                                <a:srgbClr val="C00000"/>
                              </a:solidFill>
                              <a:latin typeface="Cambria Math" panose="02040503050406030204" pitchFamily="18" charset="0"/>
                              <a:ea typeface="Calibri" panose="020F0502020204030204" pitchFamily="34" charset="0"/>
                              <a:cs typeface="Calibri" panose="020F0502020204030204" pitchFamily="34" charset="0"/>
                            </a:rPr>
                            <m:t>𝒉</m:t>
                          </m:r>
                        </m:sub>
                      </m:sSub>
                    </m:oMath>
                  </m:oMathPara>
                </a14:m>
                <a:endParaRPr lang="zh-CN" altLang="en-US" sz="2400" b="1" dirty="0">
                  <a:solidFill>
                    <a:srgbClr val="C00000"/>
                  </a:solidFill>
                  <a:latin typeface="Calibri" panose="020F0502020204030204" pitchFamily="34" charset="0"/>
                  <a:cs typeface="Calibri" panose="020F0502020204030204" pitchFamily="34" charset="0"/>
                </a:endParaRPr>
              </a:p>
            </p:txBody>
          </p:sp>
        </mc:Choice>
        <mc:Fallback xmlns="">
          <p:sp>
            <p:nvSpPr>
              <p:cNvPr id="6" name="文本框 5">
                <a:extLst>
                  <a:ext uri="{FF2B5EF4-FFF2-40B4-BE49-F238E27FC236}">
                    <a16:creationId xmlns:a16="http://schemas.microsoft.com/office/drawing/2014/main" id="{03B7AFEF-F57A-D43D-1724-CCB3BD31C2EA}"/>
                  </a:ext>
                </a:extLst>
              </p:cNvPr>
              <p:cNvSpPr txBox="1">
                <a:spLocks noRot="1" noChangeAspect="1" noMove="1" noResize="1" noEditPoints="1" noAdjustHandles="1" noChangeArrowheads="1" noChangeShapeType="1" noTextEdit="1"/>
              </p:cNvSpPr>
              <p:nvPr/>
            </p:nvSpPr>
            <p:spPr>
              <a:xfrm>
                <a:off x="4204083" y="2353237"/>
                <a:ext cx="964404" cy="830997"/>
              </a:xfrm>
              <a:prstGeom prst="rect">
                <a:avLst/>
              </a:prstGeom>
              <a:blipFill>
                <a:blip r:embed="rId5"/>
                <a:stretch>
                  <a:fillRect b="-22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6591E1D-06BE-AD0F-E90A-22AE4D4AE730}"/>
                  </a:ext>
                </a:extLst>
              </p:cNvPr>
              <p:cNvSpPr txBox="1"/>
              <p:nvPr/>
            </p:nvSpPr>
            <p:spPr>
              <a:xfrm>
                <a:off x="5852113" y="2551638"/>
                <a:ext cx="1177210" cy="47788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1" i="1" smtClean="0">
                              <a:solidFill>
                                <a:srgbClr val="C00000"/>
                              </a:solidFill>
                              <a:latin typeface="Cambria Math" panose="02040503050406030204" pitchFamily="18" charset="0"/>
                              <a:cs typeface="Calibri" panose="020F0502020204030204" pitchFamily="34" charset="0"/>
                            </a:rPr>
                          </m:ctrlPr>
                        </m:sSubPr>
                        <m:e>
                          <m:r>
                            <a:rPr lang="en-US" altLang="zh-CN" sz="2400" b="1" i="1" smtClean="0">
                              <a:solidFill>
                                <a:srgbClr val="C00000"/>
                              </a:solidFill>
                              <a:latin typeface="Cambria Math" panose="02040503050406030204" pitchFamily="18" charset="0"/>
                              <a:cs typeface="Calibri" panose="020F0502020204030204" pitchFamily="34" charset="0"/>
                            </a:rPr>
                            <m:t>𝒊</m:t>
                          </m:r>
                        </m:e>
                        <m:sub>
                          <m:r>
                            <a:rPr lang="en-US" altLang="zh-CN" sz="2400" b="1" i="1" smtClean="0">
                              <a:solidFill>
                                <a:srgbClr val="C00000"/>
                              </a:solidFill>
                              <a:latin typeface="Cambria Math" panose="02040503050406030204" pitchFamily="18" charset="0"/>
                              <a:cs typeface="Calibri" panose="020F0502020204030204" pitchFamily="34" charset="0"/>
                            </a:rPr>
                            <m:t>𝒘</m:t>
                          </m:r>
                          <m:r>
                            <a:rPr lang="en-US" altLang="zh-CN" sz="2400" b="1" i="1" smtClean="0">
                              <a:solidFill>
                                <a:srgbClr val="C00000"/>
                              </a:solidFill>
                              <a:latin typeface="Cambria Math" panose="02040503050406030204" pitchFamily="18" charset="0"/>
                              <a:cs typeface="Calibri" panose="020F0502020204030204" pitchFamily="34" charset="0"/>
                            </a:rPr>
                            <m:t>,</m:t>
                          </m:r>
                          <m:r>
                            <a:rPr lang="en-US" altLang="zh-CN" sz="2400" b="1" i="1" smtClean="0">
                              <a:solidFill>
                                <a:srgbClr val="C00000"/>
                              </a:solidFill>
                              <a:latin typeface="Cambria Math" panose="02040503050406030204" pitchFamily="18" charset="0"/>
                              <a:cs typeface="Calibri" panose="020F0502020204030204" pitchFamily="34" charset="0"/>
                            </a:rPr>
                            <m:t>𝒉</m:t>
                          </m:r>
                        </m:sub>
                      </m:sSub>
                    </m:oMath>
                  </m:oMathPara>
                </a14:m>
                <a:endParaRPr lang="zh-CN" altLang="en-US" sz="2400" b="1" dirty="0">
                  <a:solidFill>
                    <a:srgbClr val="C00000"/>
                  </a:solidFill>
                  <a:latin typeface="Calibri" panose="020F0502020204030204" pitchFamily="34" charset="0"/>
                  <a:cs typeface="Calibri" panose="020F0502020204030204" pitchFamily="34" charset="0"/>
                </a:endParaRPr>
              </a:p>
            </p:txBody>
          </p:sp>
        </mc:Choice>
        <mc:Fallback xmlns="">
          <p:sp>
            <p:nvSpPr>
              <p:cNvPr id="7" name="文本框 6">
                <a:extLst>
                  <a:ext uri="{FF2B5EF4-FFF2-40B4-BE49-F238E27FC236}">
                    <a16:creationId xmlns:a16="http://schemas.microsoft.com/office/drawing/2014/main" id="{C6591E1D-06BE-AD0F-E90A-22AE4D4AE730}"/>
                  </a:ext>
                </a:extLst>
              </p:cNvPr>
              <p:cNvSpPr txBox="1">
                <a:spLocks noRot="1" noChangeAspect="1" noMove="1" noResize="1" noEditPoints="1" noAdjustHandles="1" noChangeArrowheads="1" noChangeShapeType="1" noTextEdit="1"/>
              </p:cNvSpPr>
              <p:nvPr/>
            </p:nvSpPr>
            <p:spPr>
              <a:xfrm>
                <a:off x="5852113" y="2551638"/>
                <a:ext cx="1177210" cy="477888"/>
              </a:xfrm>
              <a:prstGeom prst="rect">
                <a:avLst/>
              </a:prstGeom>
              <a:blipFill>
                <a:blip r:embed="rId6"/>
                <a:stretch>
                  <a:fillRect b="-1282"/>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FB797445-841B-A902-D5D2-73BC7C881823}"/>
              </a:ext>
            </a:extLst>
          </p:cNvPr>
          <p:cNvCxnSpPr>
            <a:cxnSpLocks/>
            <a:stCxn id="12" idx="7"/>
          </p:cNvCxnSpPr>
          <p:nvPr/>
        </p:nvCxnSpPr>
        <p:spPr>
          <a:xfrm flipV="1">
            <a:off x="6078154" y="2965149"/>
            <a:ext cx="253278" cy="21908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0" name="椭圆 9">
            <a:extLst>
              <a:ext uri="{FF2B5EF4-FFF2-40B4-BE49-F238E27FC236}">
                <a16:creationId xmlns:a16="http://schemas.microsoft.com/office/drawing/2014/main" id="{CB1ED202-9065-4B22-9A8A-6DB7E15FE069}"/>
              </a:ext>
            </a:extLst>
          </p:cNvPr>
          <p:cNvSpPr/>
          <p:nvPr/>
        </p:nvSpPr>
        <p:spPr>
          <a:xfrm>
            <a:off x="5423338" y="3134603"/>
            <a:ext cx="176574" cy="33890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36426BB5-A95F-9613-E23B-FC1CE6328E36}"/>
              </a:ext>
            </a:extLst>
          </p:cNvPr>
          <p:cNvSpPr/>
          <p:nvPr/>
        </p:nvSpPr>
        <p:spPr>
          <a:xfrm>
            <a:off x="5246764" y="3134603"/>
            <a:ext cx="176574" cy="33890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94095B5E-B916-CBA7-8655-7B79026E9CCE}"/>
              </a:ext>
            </a:extLst>
          </p:cNvPr>
          <p:cNvSpPr/>
          <p:nvPr/>
        </p:nvSpPr>
        <p:spPr>
          <a:xfrm>
            <a:off x="5686070" y="3134602"/>
            <a:ext cx="459355" cy="33890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DB1012F-3D8C-2C2F-1D02-C746D68E9CE1}"/>
              </a:ext>
            </a:extLst>
          </p:cNvPr>
          <p:cNvSpPr txBox="1"/>
          <p:nvPr/>
        </p:nvSpPr>
        <p:spPr>
          <a:xfrm>
            <a:off x="409153" y="2580547"/>
            <a:ext cx="1701579" cy="646331"/>
          </a:xfrm>
          <a:prstGeom prst="rect">
            <a:avLst/>
          </a:prstGeom>
          <a:noFill/>
        </p:spPr>
        <p:txBody>
          <a:bodyPr wrap="square" rtlCol="0">
            <a:spAutoFit/>
          </a:bodyPr>
          <a:lstStyle/>
          <a:p>
            <a:pPr algn="ctr"/>
            <a:r>
              <a:rPr lang="en-US" altLang="zh-CN" dirty="0">
                <a:solidFill>
                  <a:srgbClr val="C00000"/>
                </a:solidFill>
                <a:latin typeface="Arial" panose="020B0604020202020204" pitchFamily="34" charset="0"/>
                <a:cs typeface="Arial" panose="020B0604020202020204" pitchFamily="34" charset="0"/>
              </a:rPr>
              <a:t>Theoretical </a:t>
            </a:r>
          </a:p>
          <a:p>
            <a:pPr algn="ctr"/>
            <a:r>
              <a:rPr lang="en-US" altLang="zh-CN" dirty="0">
                <a:solidFill>
                  <a:srgbClr val="C00000"/>
                </a:solidFill>
                <a:latin typeface="Arial" panose="020B0604020202020204" pitchFamily="34" charset="0"/>
                <a:cs typeface="Arial" panose="020B0604020202020204" pitchFamily="34" charset="0"/>
              </a:rPr>
              <a:t>Method</a:t>
            </a:r>
            <a:endParaRPr lang="zh-CN" altLang="en-US" dirty="0">
              <a:solidFill>
                <a:srgbClr val="C00000"/>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E0334E05-D269-F3F8-58C9-4BFC2F116C0A}"/>
              </a:ext>
            </a:extLst>
          </p:cNvPr>
          <p:cNvSpPr txBox="1"/>
          <p:nvPr/>
        </p:nvSpPr>
        <p:spPr>
          <a:xfrm>
            <a:off x="409152" y="4879799"/>
            <a:ext cx="1701579" cy="646331"/>
          </a:xfrm>
          <a:prstGeom prst="rect">
            <a:avLst/>
          </a:prstGeom>
          <a:noFill/>
        </p:spPr>
        <p:txBody>
          <a:bodyPr wrap="square" rtlCol="0">
            <a:spAutoFit/>
          </a:bodyPr>
          <a:lstStyle/>
          <a:p>
            <a:pPr algn="ctr"/>
            <a:r>
              <a:rPr lang="en-US" altLang="zh-CN" dirty="0">
                <a:solidFill>
                  <a:srgbClr val="C00000"/>
                </a:solidFill>
                <a:latin typeface="Arial" panose="020B0604020202020204" pitchFamily="34" charset="0"/>
                <a:cs typeface="Arial" panose="020B0604020202020204" pitchFamily="34" charset="0"/>
              </a:rPr>
              <a:t>VLM </a:t>
            </a:r>
          </a:p>
          <a:p>
            <a:pPr algn="ctr"/>
            <a:r>
              <a:rPr lang="en-US" altLang="zh-CN" dirty="0">
                <a:solidFill>
                  <a:srgbClr val="C00000"/>
                </a:solidFill>
                <a:latin typeface="Arial" panose="020B0604020202020204" pitchFamily="34" charset="0"/>
                <a:cs typeface="Arial" panose="020B0604020202020204" pitchFamily="34" charset="0"/>
              </a:rPr>
              <a:t>Method</a:t>
            </a:r>
            <a:endParaRPr lang="zh-CN" altLang="en-US"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2230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5323-1CEE-0161-38CF-DDCD943290A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1FD0767-35E9-D12B-8EFB-1FDA6BF1DA19}"/>
              </a:ext>
            </a:extLst>
          </p:cNvPr>
          <p:cNvSpPr txBox="1"/>
          <p:nvPr/>
        </p:nvSpPr>
        <p:spPr>
          <a:xfrm>
            <a:off x="4781172" y="129260"/>
            <a:ext cx="2629656" cy="400110"/>
          </a:xfrm>
          <a:prstGeom prst="rect">
            <a:avLst/>
          </a:prstGeom>
          <a:solidFill>
            <a:schemeClr val="tx2">
              <a:lumMod val="10000"/>
              <a:lumOff val="90000"/>
            </a:schemeClr>
          </a:solidFill>
          <a:ln w="28575"/>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2000" b="1" dirty="0">
                <a:ln w="0"/>
                <a:solidFill>
                  <a:schemeClr val="tx1"/>
                </a:solidFill>
                <a:latin typeface="Calibri" panose="020F0502020204030204" pitchFamily="34" charset="0"/>
                <a:ea typeface="Calibri" panose="020F0502020204030204" pitchFamily="34" charset="0"/>
                <a:cs typeface="Calibri" panose="020F0502020204030204" pitchFamily="34" charset="0"/>
              </a:rPr>
              <a:t>Initialize by Experience</a:t>
            </a:r>
            <a:endParaRPr lang="zh-CN" altLang="en-US" sz="2000" b="1" dirty="0">
              <a:ln w="0"/>
              <a:solidFill>
                <a:schemeClr val="tx1"/>
              </a:solidFill>
              <a:latin typeface="Calibri" panose="020F0502020204030204" pitchFamily="34" charset="0"/>
              <a:cs typeface="Calibri" panose="020F0502020204030204" pitchFamily="34" charset="0"/>
            </a:endParaRPr>
          </a:p>
        </p:txBody>
      </p:sp>
      <p:sp>
        <p:nvSpPr>
          <p:cNvPr id="9" name="文本框 8">
            <a:extLst>
              <a:ext uri="{FF2B5EF4-FFF2-40B4-BE49-F238E27FC236}">
                <a16:creationId xmlns:a16="http://schemas.microsoft.com/office/drawing/2014/main" id="{ADF5FEFD-9973-B825-8387-4D6058D3F817}"/>
              </a:ext>
            </a:extLst>
          </p:cNvPr>
          <p:cNvSpPr txBox="1"/>
          <p:nvPr/>
        </p:nvSpPr>
        <p:spPr>
          <a:xfrm>
            <a:off x="3068625" y="1539455"/>
            <a:ext cx="2767622"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Constraint Analysis</a:t>
            </a:r>
            <a:endParaRPr lang="zh-CN" altLang="en-US" sz="2000" b="1" dirty="0">
              <a:solidFill>
                <a:schemeClr val="tx1"/>
              </a:solidFill>
              <a:latin typeface="Calibri" panose="020F0502020204030204" pitchFamily="34" charset="0"/>
              <a:cs typeface="Calibri" panose="020F0502020204030204" pitchFamily="34" charset="0"/>
            </a:endParaRPr>
          </a:p>
        </p:txBody>
      </p:sp>
      <p:sp>
        <p:nvSpPr>
          <p:cNvPr id="10" name="文本框 9">
            <a:extLst>
              <a:ext uri="{FF2B5EF4-FFF2-40B4-BE49-F238E27FC236}">
                <a16:creationId xmlns:a16="http://schemas.microsoft.com/office/drawing/2014/main" id="{0D8046AD-8610-49DA-7084-59147B3DA273}"/>
              </a:ext>
            </a:extLst>
          </p:cNvPr>
          <p:cNvSpPr txBox="1"/>
          <p:nvPr/>
        </p:nvSpPr>
        <p:spPr>
          <a:xfrm>
            <a:off x="6543302" y="1541531"/>
            <a:ext cx="2843481"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Initial Weight Estimation</a:t>
            </a:r>
            <a:endParaRPr lang="zh-CN" altLang="en-US" sz="2000" b="1" dirty="0">
              <a:solidFill>
                <a:schemeClr val="tx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9532B6F-B536-3257-3F9C-3E7C215B238C}"/>
                  </a:ext>
                </a:extLst>
              </p:cNvPr>
              <p:cNvSpPr txBox="1"/>
              <p:nvPr/>
            </p:nvSpPr>
            <p:spPr>
              <a:xfrm>
                <a:off x="5429602" y="2155420"/>
                <a:ext cx="1428750" cy="42922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W, T, </a:t>
                </a: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𝑺</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𝒓𝒆𝒇</m:t>
                        </m:r>
                      </m:sub>
                    </m:sSub>
                  </m:oMath>
                </a14:m>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15" name="文本框 14">
                <a:extLst>
                  <a:ext uri="{FF2B5EF4-FFF2-40B4-BE49-F238E27FC236}">
                    <a16:creationId xmlns:a16="http://schemas.microsoft.com/office/drawing/2014/main" id="{29532B6F-B536-3257-3F9C-3E7C215B238C}"/>
                  </a:ext>
                </a:extLst>
              </p:cNvPr>
              <p:cNvSpPr txBox="1">
                <a:spLocks noRot="1" noChangeAspect="1" noMove="1" noResize="1" noEditPoints="1" noAdjustHandles="1" noChangeArrowheads="1" noChangeShapeType="1" noTextEdit="1"/>
              </p:cNvSpPr>
              <p:nvPr/>
            </p:nvSpPr>
            <p:spPr>
              <a:xfrm>
                <a:off x="5429602" y="2155420"/>
                <a:ext cx="1428750" cy="429220"/>
              </a:xfrm>
              <a:prstGeom prst="rect">
                <a:avLst/>
              </a:prstGeom>
              <a:blipFill>
                <a:blip r:embed="rId3"/>
                <a:stretch>
                  <a:fillRect t="-4000" b="-14667"/>
                </a:stretch>
              </a:blipFill>
              <a:ln w="28575">
                <a:solidFill>
                  <a:schemeClr val="accent2">
                    <a:lumMod val="75000"/>
                  </a:schemeClr>
                </a:solidFill>
              </a:ln>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75B2F61B-31C4-4568-3B7B-916E8DFE2DEE}"/>
              </a:ext>
            </a:extLst>
          </p:cNvPr>
          <p:cNvSpPr txBox="1"/>
          <p:nvPr/>
        </p:nvSpPr>
        <p:spPr>
          <a:xfrm>
            <a:off x="3068628" y="2777755"/>
            <a:ext cx="2767622"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Wing &amp; Fuselage Design</a:t>
            </a:r>
          </a:p>
        </p:txBody>
      </p:sp>
      <p:sp>
        <p:nvSpPr>
          <p:cNvPr id="21" name="文本框 20">
            <a:extLst>
              <a:ext uri="{FF2B5EF4-FFF2-40B4-BE49-F238E27FC236}">
                <a16:creationId xmlns:a16="http://schemas.microsoft.com/office/drawing/2014/main" id="{A54B5B8E-FE53-8A24-F680-4413E72C99E1}"/>
              </a:ext>
            </a:extLst>
          </p:cNvPr>
          <p:cNvSpPr txBox="1"/>
          <p:nvPr/>
        </p:nvSpPr>
        <p:spPr>
          <a:xfrm>
            <a:off x="4081119" y="1939565"/>
            <a:ext cx="685800" cy="707886"/>
          </a:xfrm>
          <a:prstGeom prst="rect">
            <a:avLst/>
          </a:prstGeom>
          <a:noFill/>
        </p:spPr>
        <p:txBody>
          <a:bodyPr wrap="square" rtlCol="0">
            <a:spAutoFit/>
          </a:bodyPr>
          <a:lstStyle/>
          <a:p>
            <a:r>
              <a:rPr lang="en-US" altLang="zh-CN" sz="2000" b="1" dirty="0">
                <a:latin typeface="Calibri" panose="020F0502020204030204" pitchFamily="34" charset="0"/>
                <a:ea typeface="Calibri" panose="020F0502020204030204" pitchFamily="34" charset="0"/>
                <a:cs typeface="Calibri" panose="020F0502020204030204" pitchFamily="34" charset="0"/>
              </a:rPr>
              <a:t>T/W</a:t>
            </a:r>
          </a:p>
          <a:p>
            <a:r>
              <a:rPr lang="en-US" altLang="zh-CN" sz="2000" b="1" dirty="0">
                <a:latin typeface="Calibri" panose="020F0502020204030204" pitchFamily="34" charset="0"/>
                <a:ea typeface="Calibri" panose="020F0502020204030204" pitchFamily="34" charset="0"/>
                <a:cs typeface="Calibri" panose="020F0502020204030204" pitchFamily="34" charset="0"/>
              </a:rPr>
              <a:t>W/S</a:t>
            </a:r>
            <a:endParaRPr lang="zh-CN" altLang="en-US" sz="2000" b="1" dirty="0">
              <a:latin typeface="Calibri" panose="020F0502020204030204" pitchFamily="34" charset="0"/>
              <a:cs typeface="Calibri" panose="020F0502020204030204" pitchFamily="34" charset="0"/>
            </a:endParaRPr>
          </a:p>
        </p:txBody>
      </p:sp>
      <p:sp>
        <p:nvSpPr>
          <p:cNvPr id="26" name="文本框 25">
            <a:extLst>
              <a:ext uri="{FF2B5EF4-FFF2-40B4-BE49-F238E27FC236}">
                <a16:creationId xmlns:a16="http://schemas.microsoft.com/office/drawing/2014/main" id="{D392F06D-4AEB-836F-BF6D-5DE019C61268}"/>
              </a:ext>
            </a:extLst>
          </p:cNvPr>
          <p:cNvSpPr txBox="1"/>
          <p:nvPr/>
        </p:nvSpPr>
        <p:spPr>
          <a:xfrm>
            <a:off x="7588736" y="2046253"/>
            <a:ext cx="931757" cy="400110"/>
          </a:xfrm>
          <a:prstGeom prst="rect">
            <a:avLst/>
          </a:prstGeom>
          <a:noFill/>
        </p:spPr>
        <p:txBody>
          <a:bodyPr wrap="square" rtlCol="0">
            <a:spAutoFit/>
          </a:bodyPr>
          <a:lstStyle/>
          <a:p>
            <a:r>
              <a:rPr lang="en-US" altLang="zh-CN" sz="2000" b="1" dirty="0">
                <a:latin typeface="Calibri" panose="020F0502020204030204" pitchFamily="34" charset="0"/>
                <a:ea typeface="Calibri" panose="020F0502020204030204" pitchFamily="34" charset="0"/>
                <a:cs typeface="Calibri" panose="020F0502020204030204" pitchFamily="34" charset="0"/>
              </a:rPr>
              <a:t>W</a:t>
            </a:r>
          </a:p>
        </p:txBody>
      </p:sp>
      <p:grpSp>
        <p:nvGrpSpPr>
          <p:cNvPr id="7" name="组合 6">
            <a:extLst>
              <a:ext uri="{FF2B5EF4-FFF2-40B4-BE49-F238E27FC236}">
                <a16:creationId xmlns:a16="http://schemas.microsoft.com/office/drawing/2014/main" id="{38268037-58BB-C054-020B-57050B71F454}"/>
              </a:ext>
            </a:extLst>
          </p:cNvPr>
          <p:cNvGrpSpPr/>
          <p:nvPr/>
        </p:nvGrpSpPr>
        <p:grpSpPr>
          <a:xfrm>
            <a:off x="3762737" y="666387"/>
            <a:ext cx="4666526" cy="661584"/>
            <a:chOff x="-2436165" y="1588671"/>
            <a:chExt cx="4666526" cy="661584"/>
          </a:xfrm>
        </p:grpSpPr>
        <p:grpSp>
          <p:nvGrpSpPr>
            <p:cNvPr id="6" name="组合 5">
              <a:extLst>
                <a:ext uri="{FF2B5EF4-FFF2-40B4-BE49-F238E27FC236}">
                  <a16:creationId xmlns:a16="http://schemas.microsoft.com/office/drawing/2014/main" id="{27F25DF8-9506-1EFF-89E3-22E2034A9F88}"/>
                </a:ext>
              </a:extLst>
            </p:cNvPr>
            <p:cNvGrpSpPr/>
            <p:nvPr/>
          </p:nvGrpSpPr>
          <p:grpSpPr>
            <a:xfrm>
              <a:off x="-2298752" y="1722726"/>
              <a:ext cx="4387733" cy="413511"/>
              <a:chOff x="-2298752" y="1722726"/>
              <a:chExt cx="4387733" cy="413511"/>
            </a:xfrm>
          </p:grpSpPr>
          <p:sp>
            <p:nvSpPr>
              <p:cNvPr id="2" name="文本框 1">
                <a:extLst>
                  <a:ext uri="{FF2B5EF4-FFF2-40B4-BE49-F238E27FC236}">
                    <a16:creationId xmlns:a16="http://schemas.microsoft.com/office/drawing/2014/main" id="{7BC1151E-E870-1A30-7CD1-0FED1DB6C82C}"/>
                  </a:ext>
                </a:extLst>
              </p:cNvPr>
              <p:cNvSpPr txBox="1"/>
              <p:nvPr/>
            </p:nvSpPr>
            <p:spPr>
              <a:xfrm>
                <a:off x="865021" y="1725138"/>
                <a:ext cx="1223960"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L/D</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4BDD433-6CCA-0DFB-C1D2-02A713C844FA}"/>
                      </a:ext>
                    </a:extLst>
                  </p:cNvPr>
                  <p:cNvSpPr txBox="1"/>
                  <p:nvPr/>
                </p:nvSpPr>
                <p:spPr>
                  <a:xfrm>
                    <a:off x="-2298752" y="1722726"/>
                    <a:ext cx="1223962" cy="413511"/>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𝑪</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𝑳</m:t>
                              </m:r>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m:t>
                              </m:r>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𝒎𝒂𝒙</m:t>
                              </m:r>
                            </m:sub>
                          </m:sSub>
                        </m:oMath>
                      </m:oMathPara>
                    </a14:m>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4" name="文本框 3">
                    <a:extLst>
                      <a:ext uri="{FF2B5EF4-FFF2-40B4-BE49-F238E27FC236}">
                        <a16:creationId xmlns:a16="http://schemas.microsoft.com/office/drawing/2014/main" id="{DBD94C4B-183F-7AC4-CD91-CEC3842F0F26}"/>
                      </a:ext>
                    </a:extLst>
                  </p:cNvPr>
                  <p:cNvSpPr txBox="1">
                    <a:spLocks noRot="1" noChangeAspect="1" noMove="1" noResize="1" noEditPoints="1" noAdjustHandles="1" noChangeArrowheads="1" noChangeShapeType="1" noTextEdit="1"/>
                  </p:cNvSpPr>
                  <p:nvPr/>
                </p:nvSpPr>
                <p:spPr>
                  <a:xfrm>
                    <a:off x="-2298752" y="1722726"/>
                    <a:ext cx="1223962" cy="413511"/>
                  </a:xfrm>
                  <a:prstGeom prst="rect">
                    <a:avLst/>
                  </a:prstGeom>
                  <a:blipFill>
                    <a:blip r:embed="rId4"/>
                    <a:stretch>
                      <a:fillRect/>
                    </a:stretch>
                  </a:blipFill>
                  <a:ln w="28575">
                    <a:solidFill>
                      <a:schemeClr val="accent2">
                        <a:lumMod val="75000"/>
                      </a:schemeClr>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761D6EF1-1F58-4125-D190-E6865B6C0823}"/>
                  </a:ext>
                </a:extLst>
              </p:cNvPr>
              <p:cNvSpPr txBox="1"/>
              <p:nvPr/>
            </p:nvSpPr>
            <p:spPr>
              <a:xfrm>
                <a:off x="-719984" y="1730837"/>
                <a:ext cx="1223960"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AR</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p:grpSp>
        <p:sp>
          <p:nvSpPr>
            <p:cNvPr id="41" name="矩形 40">
              <a:extLst>
                <a:ext uri="{FF2B5EF4-FFF2-40B4-BE49-F238E27FC236}">
                  <a16:creationId xmlns:a16="http://schemas.microsoft.com/office/drawing/2014/main" id="{3AEE63F3-BD44-9C64-0329-D883BD1FE06F}"/>
                </a:ext>
              </a:extLst>
            </p:cNvPr>
            <p:cNvSpPr/>
            <p:nvPr/>
          </p:nvSpPr>
          <p:spPr>
            <a:xfrm>
              <a:off x="-2436165" y="1588671"/>
              <a:ext cx="4666526" cy="661584"/>
            </a:xfrm>
            <a:prstGeom prst="rect">
              <a:avLst/>
            </a:prstGeom>
            <a:noFill/>
            <a:ln w="28575">
              <a:solidFill>
                <a:schemeClr val="accent2">
                  <a:lumMod val="75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p>
          </p:txBody>
        </p:sp>
      </p:grpSp>
      <p:cxnSp>
        <p:nvCxnSpPr>
          <p:cNvPr id="86" name="直接箭头连接符 85">
            <a:extLst>
              <a:ext uri="{FF2B5EF4-FFF2-40B4-BE49-F238E27FC236}">
                <a16:creationId xmlns:a16="http://schemas.microsoft.com/office/drawing/2014/main" id="{869AB7B3-4345-B2C0-E464-DAE56205D244}"/>
              </a:ext>
            </a:extLst>
          </p:cNvPr>
          <p:cNvCxnSpPr>
            <a:cxnSpLocks/>
            <a:stCxn id="3" idx="2"/>
            <a:endCxn id="41" idx="0"/>
          </p:cNvCxnSpPr>
          <p:nvPr/>
        </p:nvCxnSpPr>
        <p:spPr>
          <a:xfrm>
            <a:off x="6096000" y="529370"/>
            <a:ext cx="0" cy="1370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5" name="文本框 154">
            <a:extLst>
              <a:ext uri="{FF2B5EF4-FFF2-40B4-BE49-F238E27FC236}">
                <a16:creationId xmlns:a16="http://schemas.microsoft.com/office/drawing/2014/main" id="{EDF1E142-DF16-BFE2-D545-A1AAF443C1F2}"/>
              </a:ext>
            </a:extLst>
          </p:cNvPr>
          <p:cNvSpPr txBox="1"/>
          <p:nvPr/>
        </p:nvSpPr>
        <p:spPr>
          <a:xfrm>
            <a:off x="2389630" y="3237133"/>
            <a:ext cx="1775037"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Sanity Check</a:t>
            </a:r>
            <a:endParaRPr lang="zh-CN" altLang="en-US" sz="2000" b="1"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611C1A67-A507-A1D4-F380-FCF86CAD303B}"/>
                  </a:ext>
                </a:extLst>
              </p:cNvPr>
              <p:cNvSpPr txBox="1"/>
              <p:nvPr/>
            </p:nvSpPr>
            <p:spPr>
              <a:xfrm>
                <a:off x="4980259" y="3427072"/>
                <a:ext cx="2320933"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𝑮𝒆𝒐</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𝒊</m:t>
                        </m:r>
                      </m:sub>
                    </m:sSub>
                  </m:oMath>
                </a14:m>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 Aero Curves</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25" name="文本框 24">
                <a:extLst>
                  <a:ext uri="{FF2B5EF4-FFF2-40B4-BE49-F238E27FC236}">
                    <a16:creationId xmlns:a16="http://schemas.microsoft.com/office/drawing/2014/main" id="{611C1A67-A507-A1D4-F380-FCF86CAD303B}"/>
                  </a:ext>
                </a:extLst>
              </p:cNvPr>
              <p:cNvSpPr txBox="1">
                <a:spLocks noRot="1" noChangeAspect="1" noMove="1" noResize="1" noEditPoints="1" noAdjustHandles="1" noChangeArrowheads="1" noChangeShapeType="1" noTextEdit="1"/>
              </p:cNvSpPr>
              <p:nvPr/>
            </p:nvSpPr>
            <p:spPr>
              <a:xfrm>
                <a:off x="4980259" y="3427072"/>
                <a:ext cx="2320933" cy="400110"/>
              </a:xfrm>
              <a:prstGeom prst="rect">
                <a:avLst/>
              </a:prstGeom>
              <a:blipFill>
                <a:blip r:embed="rId5"/>
                <a:stretch>
                  <a:fillRect t="-4225" r="-259" b="-19718"/>
                </a:stretch>
              </a:blipFill>
              <a:ln w="28575">
                <a:solidFill>
                  <a:schemeClr val="accent2">
                    <a:lumMod val="75000"/>
                  </a:schemeClr>
                </a:solidFill>
              </a:ln>
            </p:spPr>
            <p:txBody>
              <a:bodyPr/>
              <a:lstStyle/>
              <a:p>
                <a:r>
                  <a:rPr lang="zh-CN" altLang="en-US">
                    <a:noFill/>
                  </a:rPr>
                  <a:t> </a:t>
                </a:r>
              </a:p>
            </p:txBody>
          </p:sp>
        </mc:Fallback>
      </mc:AlternateContent>
      <p:sp>
        <p:nvSpPr>
          <p:cNvPr id="101" name="文本框 100">
            <a:extLst>
              <a:ext uri="{FF2B5EF4-FFF2-40B4-BE49-F238E27FC236}">
                <a16:creationId xmlns:a16="http://schemas.microsoft.com/office/drawing/2014/main" id="{014F7CAF-8B52-3B8A-151A-084CFC565E80}"/>
              </a:ext>
            </a:extLst>
          </p:cNvPr>
          <p:cNvSpPr txBox="1"/>
          <p:nvPr/>
        </p:nvSpPr>
        <p:spPr>
          <a:xfrm>
            <a:off x="4424019" y="4000502"/>
            <a:ext cx="3333757" cy="707886"/>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Detailed Weight Estimation</a:t>
            </a:r>
          </a:p>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Stability Analysis</a:t>
            </a:r>
          </a:p>
        </p:txBody>
      </p:sp>
      <p:sp>
        <p:nvSpPr>
          <p:cNvPr id="256" name="文本框 255">
            <a:extLst>
              <a:ext uri="{FF2B5EF4-FFF2-40B4-BE49-F238E27FC236}">
                <a16:creationId xmlns:a16="http://schemas.microsoft.com/office/drawing/2014/main" id="{5D45A792-7985-59EC-9328-DC4BA6E67B67}"/>
              </a:ext>
            </a:extLst>
          </p:cNvPr>
          <p:cNvSpPr txBox="1"/>
          <p:nvPr/>
        </p:nvSpPr>
        <p:spPr>
          <a:xfrm>
            <a:off x="8798169" y="3298540"/>
            <a:ext cx="1177210"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Verify</a:t>
            </a:r>
            <a:endParaRPr lang="zh-CN" altLang="en-US" sz="2000" b="1"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E4C3C78-31B8-D4AA-7277-3D75D1CBA19A}"/>
                  </a:ext>
                </a:extLst>
              </p:cNvPr>
              <p:cNvSpPr txBox="1"/>
              <p:nvPr/>
            </p:nvSpPr>
            <p:spPr>
              <a:xfrm>
                <a:off x="4980259" y="4881708"/>
                <a:ext cx="2320933"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𝑮𝒆𝒐</m:t>
                        </m:r>
                      </m:e>
                      <m:sub>
                        <m:r>
                          <a:rPr lang="en-US" altLang="zh-CN" sz="2000" b="1" i="1">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𝒕𝒐𝒕𝒂𝒍</m:t>
                        </m:r>
                      </m:sub>
                    </m:sSub>
                    <m:r>
                      <m:rPr>
                        <m:nor/>
                      </m:rP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m:t>,</m:t>
                    </m:r>
                    <m:r>
                      <m:rPr>
                        <m:nor/>
                      </m:rPr>
                      <a:rPr lang="en-US" altLang="zh-CN" sz="2000" b="1" i="0" dirty="0" smtClean="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m:t> </m:t>
                    </m:r>
                  </m:oMath>
                </a14:m>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CG, </a:t>
                </a:r>
                <a14:m>
                  <m:oMath xmlns:m="http://schemas.openxmlformats.org/officeDocument/2006/math">
                    <m:sSub>
                      <m:sSubPr>
                        <m:ctrlP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𝑾</m:t>
                        </m:r>
                      </m:e>
                      <m:sub>
                        <m:r>
                          <a:rPr lang="en-US" altLang="zh-CN" sz="2000" b="1"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𝒊</m:t>
                        </m:r>
                      </m:sub>
                    </m:sSub>
                  </m:oMath>
                </a14:m>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mc:Choice>
        <mc:Fallback xmlns="">
          <p:sp>
            <p:nvSpPr>
              <p:cNvPr id="14" name="文本框 13">
                <a:extLst>
                  <a:ext uri="{FF2B5EF4-FFF2-40B4-BE49-F238E27FC236}">
                    <a16:creationId xmlns:a16="http://schemas.microsoft.com/office/drawing/2014/main" id="{EE4C3C78-31B8-D4AA-7277-3D75D1CBA19A}"/>
                  </a:ext>
                </a:extLst>
              </p:cNvPr>
              <p:cNvSpPr txBox="1">
                <a:spLocks noRot="1" noChangeAspect="1" noMove="1" noResize="1" noEditPoints="1" noAdjustHandles="1" noChangeArrowheads="1" noChangeShapeType="1" noTextEdit="1"/>
              </p:cNvSpPr>
              <p:nvPr/>
            </p:nvSpPr>
            <p:spPr>
              <a:xfrm>
                <a:off x="4980259" y="4881708"/>
                <a:ext cx="2320933" cy="400110"/>
              </a:xfrm>
              <a:prstGeom prst="rect">
                <a:avLst/>
              </a:prstGeom>
              <a:blipFill>
                <a:blip r:embed="rId6"/>
                <a:stretch>
                  <a:fillRect t="-5714" b="-21429"/>
                </a:stretch>
              </a:blipFill>
              <a:ln w="28575">
                <a:solidFill>
                  <a:schemeClr val="accent2">
                    <a:lumMod val="75000"/>
                  </a:schemeClr>
                </a:solidFill>
              </a:ln>
            </p:spPr>
            <p:txBody>
              <a:bodyPr/>
              <a:lstStyle/>
              <a:p>
                <a:r>
                  <a:rPr lang="zh-CN" altLang="en-US">
                    <a:noFill/>
                  </a:rPr>
                  <a:t> </a:t>
                </a:r>
              </a:p>
            </p:txBody>
          </p:sp>
        </mc:Fallback>
      </mc:AlternateContent>
      <p:sp>
        <p:nvSpPr>
          <p:cNvPr id="65" name="文本框 64">
            <a:extLst>
              <a:ext uri="{FF2B5EF4-FFF2-40B4-BE49-F238E27FC236}">
                <a16:creationId xmlns:a16="http://schemas.microsoft.com/office/drawing/2014/main" id="{BE58A19D-3345-0977-F19A-154E986D90E4}"/>
              </a:ext>
            </a:extLst>
          </p:cNvPr>
          <p:cNvSpPr txBox="1"/>
          <p:nvPr/>
        </p:nvSpPr>
        <p:spPr>
          <a:xfrm>
            <a:off x="6543301" y="2759294"/>
            <a:ext cx="2843473" cy="400110"/>
          </a:xfrm>
          <a:prstGeom prst="rect">
            <a:avLst/>
          </a:prstGeom>
          <a:solidFill>
            <a:srgbClr val="F9E9E9"/>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Engine Selection</a:t>
            </a:r>
          </a:p>
        </p:txBody>
      </p:sp>
      <p:sp>
        <p:nvSpPr>
          <p:cNvPr id="66" name="文本框 65">
            <a:extLst>
              <a:ext uri="{FF2B5EF4-FFF2-40B4-BE49-F238E27FC236}">
                <a16:creationId xmlns:a16="http://schemas.microsoft.com/office/drawing/2014/main" id="{3DAA14EB-1D60-350E-4475-75199A623870}"/>
              </a:ext>
            </a:extLst>
          </p:cNvPr>
          <p:cNvSpPr txBox="1"/>
          <p:nvPr/>
        </p:nvSpPr>
        <p:spPr>
          <a:xfrm>
            <a:off x="4883049" y="5475368"/>
            <a:ext cx="2515351" cy="400110"/>
          </a:xfrm>
          <a:prstGeom prst="rect">
            <a:avLst/>
          </a:prstGeom>
          <a:solidFill>
            <a:srgbClr val="DEF1D0"/>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Structural Analysis</a:t>
            </a:r>
          </a:p>
        </p:txBody>
      </p:sp>
      <p:sp>
        <p:nvSpPr>
          <p:cNvPr id="67" name="文本框 66">
            <a:extLst>
              <a:ext uri="{FF2B5EF4-FFF2-40B4-BE49-F238E27FC236}">
                <a16:creationId xmlns:a16="http://schemas.microsoft.com/office/drawing/2014/main" id="{765AB126-7E1A-8C84-CD08-ABAF7BCD8E27}"/>
              </a:ext>
            </a:extLst>
          </p:cNvPr>
          <p:cNvSpPr txBox="1"/>
          <p:nvPr/>
        </p:nvSpPr>
        <p:spPr>
          <a:xfrm>
            <a:off x="7857425" y="5475368"/>
            <a:ext cx="1599434" cy="400110"/>
          </a:xfrm>
          <a:prstGeom prst="rect">
            <a:avLst/>
          </a:prstGeom>
          <a:solidFill>
            <a:srgbClr val="DEF1D0"/>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tx1"/>
                </a:solidFill>
                <a:latin typeface="Calibri" panose="020F0502020204030204" pitchFamily="34" charset="0"/>
                <a:ea typeface="Calibri" panose="020F0502020204030204" pitchFamily="34" charset="0"/>
                <a:cs typeface="Calibri" panose="020F0502020204030204" pitchFamily="34" charset="0"/>
              </a:rPr>
              <a:t>V-n Diagram</a:t>
            </a:r>
            <a:endParaRPr lang="zh-CN" altLang="en-US" sz="2000" b="1" dirty="0">
              <a:solidFill>
                <a:schemeClr val="tx1"/>
              </a:solidFill>
              <a:latin typeface="Calibri" panose="020F0502020204030204" pitchFamily="34" charset="0"/>
              <a:cs typeface="Calibri" panose="020F0502020204030204" pitchFamily="34" charset="0"/>
            </a:endParaRPr>
          </a:p>
        </p:txBody>
      </p:sp>
      <p:sp>
        <p:nvSpPr>
          <p:cNvPr id="71" name="文本框 70">
            <a:extLst>
              <a:ext uri="{FF2B5EF4-FFF2-40B4-BE49-F238E27FC236}">
                <a16:creationId xmlns:a16="http://schemas.microsoft.com/office/drawing/2014/main" id="{6EE2EB10-34AE-DA8C-22EB-AFD4AABD3E08}"/>
              </a:ext>
            </a:extLst>
          </p:cNvPr>
          <p:cNvSpPr txBox="1"/>
          <p:nvPr/>
        </p:nvSpPr>
        <p:spPr>
          <a:xfrm>
            <a:off x="4825896" y="6069028"/>
            <a:ext cx="2629656" cy="400110"/>
          </a:xfrm>
          <a:prstGeom prst="rect">
            <a:avLst/>
          </a:prstGeom>
          <a:solidFill>
            <a:schemeClr val="tx2">
              <a:lumMod val="10000"/>
              <a:lumOff val="90000"/>
            </a:schemeClr>
          </a:solidFill>
          <a:ln w="28575"/>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2000" b="1" dirty="0">
                <a:ln w="0"/>
                <a:solidFill>
                  <a:schemeClr val="tx1"/>
                </a:solidFill>
                <a:latin typeface="Calibri" panose="020F0502020204030204" pitchFamily="34" charset="0"/>
                <a:ea typeface="Calibri" panose="020F0502020204030204" pitchFamily="34" charset="0"/>
                <a:cs typeface="Calibri" panose="020F0502020204030204" pitchFamily="34" charset="0"/>
              </a:rPr>
              <a:t>Cost Analysis</a:t>
            </a:r>
            <a:endParaRPr lang="zh-CN" altLang="en-US" sz="2000" b="1" dirty="0">
              <a:ln w="0"/>
              <a:solidFill>
                <a:schemeClr val="tx1"/>
              </a:solidFill>
              <a:latin typeface="Calibri" panose="020F0502020204030204" pitchFamily="34" charset="0"/>
              <a:cs typeface="Calibri" panose="020F0502020204030204" pitchFamily="34" charset="0"/>
            </a:endParaRPr>
          </a:p>
        </p:txBody>
      </p:sp>
      <p:cxnSp>
        <p:nvCxnSpPr>
          <p:cNvPr id="72" name="直接箭头连接符 71">
            <a:extLst>
              <a:ext uri="{FF2B5EF4-FFF2-40B4-BE49-F238E27FC236}">
                <a16:creationId xmlns:a16="http://schemas.microsoft.com/office/drawing/2014/main" id="{A2DC6897-99B3-16F2-7623-0C03B34EAD89}"/>
              </a:ext>
            </a:extLst>
          </p:cNvPr>
          <p:cNvCxnSpPr>
            <a:cxnSpLocks/>
          </p:cNvCxnSpPr>
          <p:nvPr/>
        </p:nvCxnSpPr>
        <p:spPr>
          <a:xfrm>
            <a:off x="4710405" y="1327971"/>
            <a:ext cx="0" cy="1917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73" name="直接箭头连接符 72">
            <a:extLst>
              <a:ext uri="{FF2B5EF4-FFF2-40B4-BE49-F238E27FC236}">
                <a16:creationId xmlns:a16="http://schemas.microsoft.com/office/drawing/2014/main" id="{57E01DA3-D534-1774-78EC-8D8869341AFF}"/>
              </a:ext>
            </a:extLst>
          </p:cNvPr>
          <p:cNvCxnSpPr>
            <a:cxnSpLocks/>
          </p:cNvCxnSpPr>
          <p:nvPr/>
        </p:nvCxnSpPr>
        <p:spPr>
          <a:xfrm>
            <a:off x="7455552" y="1327971"/>
            <a:ext cx="0" cy="1917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74" name="连接符: 肘形 73">
            <a:extLst>
              <a:ext uri="{FF2B5EF4-FFF2-40B4-BE49-F238E27FC236}">
                <a16:creationId xmlns:a16="http://schemas.microsoft.com/office/drawing/2014/main" id="{D4DA09E9-F142-B276-F652-97B9F3D32748}"/>
              </a:ext>
            </a:extLst>
          </p:cNvPr>
          <p:cNvCxnSpPr>
            <a:cxnSpLocks/>
          </p:cNvCxnSpPr>
          <p:nvPr/>
        </p:nvCxnSpPr>
        <p:spPr>
          <a:xfrm rot="16200000" flipH="1">
            <a:off x="4880896" y="1774579"/>
            <a:ext cx="389404" cy="730385"/>
          </a:xfrm>
          <a:prstGeom prst="bentConnector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76" name="连接符: 肘形 75">
            <a:extLst>
              <a:ext uri="{FF2B5EF4-FFF2-40B4-BE49-F238E27FC236}">
                <a16:creationId xmlns:a16="http://schemas.microsoft.com/office/drawing/2014/main" id="{0C0B11E4-CC8F-3779-B4EF-F1FAF90BA012}"/>
              </a:ext>
            </a:extLst>
          </p:cNvPr>
          <p:cNvCxnSpPr>
            <a:cxnSpLocks/>
          </p:cNvCxnSpPr>
          <p:nvPr/>
        </p:nvCxnSpPr>
        <p:spPr>
          <a:xfrm rot="5400000">
            <a:off x="7028841" y="1786800"/>
            <a:ext cx="389405" cy="730384"/>
          </a:xfrm>
          <a:prstGeom prst="bentConnector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77" name="直接箭头连接符 76">
            <a:extLst>
              <a:ext uri="{FF2B5EF4-FFF2-40B4-BE49-F238E27FC236}">
                <a16:creationId xmlns:a16="http://schemas.microsoft.com/office/drawing/2014/main" id="{492DB8A9-AB00-7111-686D-77C25148D164}"/>
              </a:ext>
            </a:extLst>
          </p:cNvPr>
          <p:cNvCxnSpPr>
            <a:cxnSpLocks/>
          </p:cNvCxnSpPr>
          <p:nvPr/>
        </p:nvCxnSpPr>
        <p:spPr>
          <a:xfrm flipH="1">
            <a:off x="5669406" y="2586669"/>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78" name="直接箭头连接符 77">
            <a:extLst>
              <a:ext uri="{FF2B5EF4-FFF2-40B4-BE49-F238E27FC236}">
                <a16:creationId xmlns:a16="http://schemas.microsoft.com/office/drawing/2014/main" id="{074BFF9B-293F-3F39-6F33-4DCFE5B94586}"/>
              </a:ext>
            </a:extLst>
          </p:cNvPr>
          <p:cNvCxnSpPr>
            <a:cxnSpLocks/>
          </p:cNvCxnSpPr>
          <p:nvPr/>
        </p:nvCxnSpPr>
        <p:spPr>
          <a:xfrm flipH="1">
            <a:off x="6632839" y="2572460"/>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82" name="连接符: 肘形 81">
            <a:extLst>
              <a:ext uri="{FF2B5EF4-FFF2-40B4-BE49-F238E27FC236}">
                <a16:creationId xmlns:a16="http://schemas.microsoft.com/office/drawing/2014/main" id="{E7F85CC1-1B7A-0C42-C491-5BDBEDC1F130}"/>
              </a:ext>
            </a:extLst>
          </p:cNvPr>
          <p:cNvCxnSpPr>
            <a:cxnSpLocks/>
            <a:endCxn id="25" idx="3"/>
          </p:cNvCxnSpPr>
          <p:nvPr/>
        </p:nvCxnSpPr>
        <p:spPr>
          <a:xfrm rot="5400000">
            <a:off x="7220333" y="3258724"/>
            <a:ext cx="449262" cy="287544"/>
          </a:xfrm>
          <a:prstGeom prst="bentConnector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84" name="直接箭头连接符 83">
            <a:extLst>
              <a:ext uri="{FF2B5EF4-FFF2-40B4-BE49-F238E27FC236}">
                <a16:creationId xmlns:a16="http://schemas.microsoft.com/office/drawing/2014/main" id="{A7D3AD1F-99ED-AF4B-E770-301FB6EA819E}"/>
              </a:ext>
            </a:extLst>
          </p:cNvPr>
          <p:cNvCxnSpPr>
            <a:cxnSpLocks/>
          </p:cNvCxnSpPr>
          <p:nvPr/>
        </p:nvCxnSpPr>
        <p:spPr>
          <a:xfrm flipH="1">
            <a:off x="6140724" y="3831207"/>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85" name="直接箭头连接符 84">
            <a:extLst>
              <a:ext uri="{FF2B5EF4-FFF2-40B4-BE49-F238E27FC236}">
                <a16:creationId xmlns:a16="http://schemas.microsoft.com/office/drawing/2014/main" id="{8318E8EF-B547-C963-85EF-5F8536883EE2}"/>
              </a:ext>
            </a:extLst>
          </p:cNvPr>
          <p:cNvCxnSpPr>
            <a:cxnSpLocks/>
          </p:cNvCxnSpPr>
          <p:nvPr/>
        </p:nvCxnSpPr>
        <p:spPr>
          <a:xfrm>
            <a:off x="6140719" y="4690602"/>
            <a:ext cx="5" cy="186169"/>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87" name="直接箭头连接符 86">
            <a:extLst>
              <a:ext uri="{FF2B5EF4-FFF2-40B4-BE49-F238E27FC236}">
                <a16:creationId xmlns:a16="http://schemas.microsoft.com/office/drawing/2014/main" id="{D241DD2E-5F54-E17E-9C02-D7D5A29C431F}"/>
              </a:ext>
            </a:extLst>
          </p:cNvPr>
          <p:cNvCxnSpPr>
            <a:cxnSpLocks/>
          </p:cNvCxnSpPr>
          <p:nvPr/>
        </p:nvCxnSpPr>
        <p:spPr>
          <a:xfrm flipH="1">
            <a:off x="6140719" y="5269638"/>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88" name="连接符: 肘形 87">
            <a:extLst>
              <a:ext uri="{FF2B5EF4-FFF2-40B4-BE49-F238E27FC236}">
                <a16:creationId xmlns:a16="http://schemas.microsoft.com/office/drawing/2014/main" id="{7D16EF3A-F537-61CA-C17A-CC07F9266A64}"/>
              </a:ext>
            </a:extLst>
          </p:cNvPr>
          <p:cNvCxnSpPr>
            <a:cxnSpLocks/>
            <a:stCxn id="25" idx="1"/>
            <a:endCxn id="18" idx="1"/>
          </p:cNvCxnSpPr>
          <p:nvPr/>
        </p:nvCxnSpPr>
        <p:spPr>
          <a:xfrm rot="10800000">
            <a:off x="3068629" y="2977811"/>
            <a:ext cx="1911631" cy="649317"/>
          </a:xfrm>
          <a:prstGeom prst="bentConnector3">
            <a:avLst>
              <a:gd name="adj1" fmla="val 134003"/>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cxnSp>
        <p:nvCxnSpPr>
          <p:cNvPr id="94" name="连接符: 肘形 93">
            <a:extLst>
              <a:ext uri="{FF2B5EF4-FFF2-40B4-BE49-F238E27FC236}">
                <a16:creationId xmlns:a16="http://schemas.microsoft.com/office/drawing/2014/main" id="{DC38FFC8-166A-31E1-2922-5F7F71CE9148}"/>
              </a:ext>
            </a:extLst>
          </p:cNvPr>
          <p:cNvCxnSpPr>
            <a:cxnSpLocks/>
            <a:stCxn id="25" idx="1"/>
            <a:endCxn id="41" idx="1"/>
          </p:cNvCxnSpPr>
          <p:nvPr/>
        </p:nvCxnSpPr>
        <p:spPr>
          <a:xfrm rot="10800000">
            <a:off x="3762737" y="997179"/>
            <a:ext cx="1217522" cy="2629948"/>
          </a:xfrm>
          <a:prstGeom prst="bentConnector3">
            <a:avLst>
              <a:gd name="adj1" fmla="val 210207"/>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cxnSp>
        <p:nvCxnSpPr>
          <p:cNvPr id="80" name="连接符: 肘形 79">
            <a:extLst>
              <a:ext uri="{FF2B5EF4-FFF2-40B4-BE49-F238E27FC236}">
                <a16:creationId xmlns:a16="http://schemas.microsoft.com/office/drawing/2014/main" id="{99B9FAF2-CB83-70D5-867E-EA2F3FF96764}"/>
              </a:ext>
            </a:extLst>
          </p:cNvPr>
          <p:cNvCxnSpPr>
            <a:cxnSpLocks/>
            <a:endCxn id="25" idx="1"/>
          </p:cNvCxnSpPr>
          <p:nvPr/>
        </p:nvCxnSpPr>
        <p:spPr>
          <a:xfrm rot="16200000" flipH="1">
            <a:off x="4630816" y="3277684"/>
            <a:ext cx="429032" cy="269854"/>
          </a:xfrm>
          <a:prstGeom prst="bentConnector2">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cxnSp>
        <p:nvCxnSpPr>
          <p:cNvPr id="104" name="连接符: 肘形 103">
            <a:extLst>
              <a:ext uri="{FF2B5EF4-FFF2-40B4-BE49-F238E27FC236}">
                <a16:creationId xmlns:a16="http://schemas.microsoft.com/office/drawing/2014/main" id="{E79B16BB-1856-A9E3-2891-1A3D961248D5}"/>
              </a:ext>
            </a:extLst>
          </p:cNvPr>
          <p:cNvCxnSpPr>
            <a:cxnSpLocks/>
            <a:stCxn id="14" idx="3"/>
            <a:endCxn id="10" idx="3"/>
          </p:cNvCxnSpPr>
          <p:nvPr/>
        </p:nvCxnSpPr>
        <p:spPr>
          <a:xfrm flipV="1">
            <a:off x="7301192" y="1741586"/>
            <a:ext cx="2085591" cy="3340177"/>
          </a:xfrm>
          <a:prstGeom prst="bentConnector3">
            <a:avLst>
              <a:gd name="adj1" fmla="val 120492"/>
            </a:avLst>
          </a:prstGeom>
          <a:ln>
            <a:solidFill>
              <a:srgbClr val="C04F15"/>
            </a:solidFill>
            <a:tailEnd type="triangle"/>
          </a:ln>
        </p:spPr>
        <p:style>
          <a:lnRef idx="2">
            <a:schemeClr val="dk1"/>
          </a:lnRef>
          <a:fillRef idx="0">
            <a:schemeClr val="dk1"/>
          </a:fillRef>
          <a:effectRef idx="1">
            <a:schemeClr val="dk1"/>
          </a:effectRef>
          <a:fontRef idx="minor">
            <a:schemeClr val="tx1"/>
          </a:fontRef>
        </p:style>
      </p:cxnSp>
      <p:cxnSp>
        <p:nvCxnSpPr>
          <p:cNvPr id="110" name="直接箭头连接符 109">
            <a:extLst>
              <a:ext uri="{FF2B5EF4-FFF2-40B4-BE49-F238E27FC236}">
                <a16:creationId xmlns:a16="http://schemas.microsoft.com/office/drawing/2014/main" id="{5BBEFC21-7010-5BE7-B4BD-6F41EFD7BA0B}"/>
              </a:ext>
            </a:extLst>
          </p:cNvPr>
          <p:cNvCxnSpPr>
            <a:cxnSpLocks/>
          </p:cNvCxnSpPr>
          <p:nvPr/>
        </p:nvCxnSpPr>
        <p:spPr>
          <a:xfrm flipH="1">
            <a:off x="6140712" y="5875478"/>
            <a:ext cx="7" cy="185500"/>
          </a:xfrm>
          <a:prstGeom prst="straightConnector1">
            <a:avLst/>
          </a:prstGeom>
          <a:ln>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69" name="文本框 68">
            <a:extLst>
              <a:ext uri="{FF2B5EF4-FFF2-40B4-BE49-F238E27FC236}">
                <a16:creationId xmlns:a16="http://schemas.microsoft.com/office/drawing/2014/main" id="{6BC7660E-2A35-C8EF-1C55-FB480007398D}"/>
              </a:ext>
            </a:extLst>
          </p:cNvPr>
          <p:cNvSpPr txBox="1"/>
          <p:nvPr/>
        </p:nvSpPr>
        <p:spPr>
          <a:xfrm>
            <a:off x="7857424" y="4881708"/>
            <a:ext cx="1599435" cy="400110"/>
          </a:xfrm>
          <a:prstGeom prst="rect">
            <a:avLst/>
          </a:prstGeom>
          <a:solidFill>
            <a:srgbClr val="FAF1D5"/>
          </a:solidFill>
          <a:ln w="28575">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0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Static Margin</a:t>
            </a:r>
            <a:endParaRPr lang="zh-CN" altLang="en-US" sz="2000" b="1" dirty="0">
              <a:solidFill>
                <a:schemeClr val="accent2">
                  <a:lumMod val="75000"/>
                </a:schemeClr>
              </a:solidFill>
              <a:latin typeface="Calibri" panose="020F0502020204030204" pitchFamily="34" charset="0"/>
              <a:cs typeface="Calibri" panose="020F0502020204030204" pitchFamily="34" charset="0"/>
            </a:endParaRPr>
          </a:p>
        </p:txBody>
      </p:sp>
      <p:cxnSp>
        <p:nvCxnSpPr>
          <p:cNvPr id="111" name="直接箭头连接符 110">
            <a:extLst>
              <a:ext uri="{FF2B5EF4-FFF2-40B4-BE49-F238E27FC236}">
                <a16:creationId xmlns:a16="http://schemas.microsoft.com/office/drawing/2014/main" id="{4BAE8E0D-4AA5-DCE6-2491-881A9F364A3A}"/>
              </a:ext>
            </a:extLst>
          </p:cNvPr>
          <p:cNvCxnSpPr>
            <a:cxnSpLocks/>
            <a:stCxn id="66" idx="3"/>
            <a:endCxn id="67" idx="1"/>
          </p:cNvCxnSpPr>
          <p:nvPr/>
        </p:nvCxnSpPr>
        <p:spPr>
          <a:xfrm>
            <a:off x="7398400" y="5675423"/>
            <a:ext cx="459025" cy="0"/>
          </a:xfrm>
          <a:prstGeom prst="straightConnector1">
            <a:avLst/>
          </a:prstGeom>
          <a:ln>
            <a:solidFill>
              <a:srgbClr val="92D050"/>
            </a:solidFill>
            <a:tailEnd type="triangle"/>
          </a:ln>
        </p:spPr>
        <p:style>
          <a:lnRef idx="2">
            <a:schemeClr val="dk1"/>
          </a:lnRef>
          <a:fillRef idx="0">
            <a:schemeClr val="dk1"/>
          </a:fillRef>
          <a:effectRef idx="1">
            <a:schemeClr val="dk1"/>
          </a:effectRef>
          <a:fontRef idx="minor">
            <a:schemeClr val="tx1"/>
          </a:fontRef>
        </p:style>
      </p:cxnSp>
      <p:cxnSp>
        <p:nvCxnSpPr>
          <p:cNvPr id="114" name="直接箭头连接符 113">
            <a:extLst>
              <a:ext uri="{FF2B5EF4-FFF2-40B4-BE49-F238E27FC236}">
                <a16:creationId xmlns:a16="http://schemas.microsoft.com/office/drawing/2014/main" id="{C2CBAF85-9F15-9C28-A49D-FA832C029A7B}"/>
              </a:ext>
            </a:extLst>
          </p:cNvPr>
          <p:cNvCxnSpPr>
            <a:cxnSpLocks/>
          </p:cNvCxnSpPr>
          <p:nvPr/>
        </p:nvCxnSpPr>
        <p:spPr>
          <a:xfrm>
            <a:off x="9456859" y="5673132"/>
            <a:ext cx="459025" cy="0"/>
          </a:xfrm>
          <a:prstGeom prst="straightConnector1">
            <a:avLst/>
          </a:prstGeom>
          <a:ln>
            <a:solidFill>
              <a:srgbClr val="92D050"/>
            </a:solidFill>
            <a:tailEnd type="triangle"/>
          </a:ln>
        </p:spPr>
        <p:style>
          <a:lnRef idx="2">
            <a:schemeClr val="dk1"/>
          </a:lnRef>
          <a:fillRef idx="0">
            <a:schemeClr val="dk1"/>
          </a:fillRef>
          <a:effectRef idx="1">
            <a:schemeClr val="dk1"/>
          </a:effectRef>
          <a:fontRef idx="minor">
            <a:schemeClr val="tx1"/>
          </a:fontRef>
        </p:style>
      </p:cxnSp>
      <p:sp>
        <p:nvSpPr>
          <p:cNvPr id="115" name="文本框 114">
            <a:extLst>
              <a:ext uri="{FF2B5EF4-FFF2-40B4-BE49-F238E27FC236}">
                <a16:creationId xmlns:a16="http://schemas.microsoft.com/office/drawing/2014/main" id="{BC0E36BB-7C18-9F7D-2450-602A7B5105F7}"/>
              </a:ext>
            </a:extLst>
          </p:cNvPr>
          <p:cNvSpPr txBox="1"/>
          <p:nvPr/>
        </p:nvSpPr>
        <p:spPr>
          <a:xfrm>
            <a:off x="9686370" y="5455138"/>
            <a:ext cx="2383709" cy="400110"/>
          </a:xfrm>
          <a:prstGeom prst="rect">
            <a:avLst/>
          </a:prstGeom>
          <a:noFill/>
        </p:spPr>
        <p:txBody>
          <a:bodyPr wrap="square" rtlCol="0">
            <a:spAutoFit/>
          </a:bodyPr>
          <a:lstStyle/>
          <a:p>
            <a:pPr algn="ctr"/>
            <a:r>
              <a:rPr lang="en-US" altLang="zh-CN" sz="2000" b="1" dirty="0">
                <a:latin typeface="Calibri" panose="020F0502020204030204" pitchFamily="34" charset="0"/>
                <a:ea typeface="Calibri" panose="020F0502020204030204" pitchFamily="34" charset="0"/>
                <a:cs typeface="Calibri" panose="020F0502020204030204" pitchFamily="34" charset="0"/>
              </a:rPr>
              <a:t>(Structure Design)</a:t>
            </a:r>
            <a:endParaRPr lang="zh-CN" alt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4205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39C431E-E592-5B0C-FD79-5485439C4E54}"/>
              </a:ext>
            </a:extLst>
          </p:cNvPr>
          <p:cNvPicPr>
            <a:picLocks noChangeAspect="1"/>
          </p:cNvPicPr>
          <p:nvPr/>
        </p:nvPicPr>
        <p:blipFill>
          <a:blip r:embed="rId3"/>
          <a:stretch>
            <a:fillRect/>
          </a:stretch>
        </p:blipFill>
        <p:spPr>
          <a:xfrm>
            <a:off x="2025082" y="308207"/>
            <a:ext cx="8141836" cy="5184332"/>
          </a:xfrm>
          <a:prstGeom prst="rect">
            <a:avLst/>
          </a:prstGeom>
        </p:spPr>
      </p:pic>
      <p:sp>
        <p:nvSpPr>
          <p:cNvPr id="6" name="文本框 5">
            <a:extLst>
              <a:ext uri="{FF2B5EF4-FFF2-40B4-BE49-F238E27FC236}">
                <a16:creationId xmlns:a16="http://schemas.microsoft.com/office/drawing/2014/main" id="{36F013A7-B25A-4576-1E3E-AF0E7F193F6C}"/>
              </a:ext>
            </a:extLst>
          </p:cNvPr>
          <p:cNvSpPr txBox="1"/>
          <p:nvPr/>
        </p:nvSpPr>
        <p:spPr>
          <a:xfrm>
            <a:off x="52027" y="6248489"/>
            <a:ext cx="3788453" cy="523220"/>
          </a:xfrm>
          <a:prstGeom prst="rect">
            <a:avLst/>
          </a:prstGeom>
          <a:noFill/>
        </p:spPr>
        <p:txBody>
          <a:bodyPr wrap="square">
            <a:spAutoFit/>
          </a:bodyPr>
          <a:lstStyle/>
          <a:p>
            <a:r>
              <a:rPr lang="en-US" altLang="zh-CN" sz="1400" i="1" dirty="0">
                <a:solidFill>
                  <a:schemeClr val="tx1">
                    <a:lumMod val="75000"/>
                    <a:lumOff val="25000"/>
                  </a:schemeClr>
                </a:solidFill>
                <a:latin typeface="Arial" panose="020B0604020202020204" pitchFamily="34" charset="0"/>
                <a:cs typeface="Arial" panose="020B0604020202020204" pitchFamily="34" charset="0"/>
              </a:rPr>
              <a:t>Source: Prof. Gao, "Weight and Balance, Stability Analysis", MECH 3620</a:t>
            </a:r>
            <a:endParaRPr lang="zh-CN" altLang="en-US" sz="1400" i="1"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8" name="图片 7">
            <a:extLst>
              <a:ext uri="{FF2B5EF4-FFF2-40B4-BE49-F238E27FC236}">
                <a16:creationId xmlns:a16="http://schemas.microsoft.com/office/drawing/2014/main" id="{C56A3F8F-29E8-B060-38C4-2A0E60C55394}"/>
              </a:ext>
            </a:extLst>
          </p:cNvPr>
          <p:cNvPicPr>
            <a:picLocks noChangeAspect="1"/>
          </p:cNvPicPr>
          <p:nvPr/>
        </p:nvPicPr>
        <p:blipFill>
          <a:blip r:embed="rId4"/>
          <a:stretch>
            <a:fillRect/>
          </a:stretch>
        </p:blipFill>
        <p:spPr>
          <a:xfrm>
            <a:off x="3840480" y="5338670"/>
            <a:ext cx="5247619" cy="1171429"/>
          </a:xfrm>
          <a:prstGeom prst="rect">
            <a:avLst/>
          </a:prstGeom>
        </p:spPr>
      </p:pic>
    </p:spTree>
    <p:extLst>
      <p:ext uri="{BB962C8B-B14F-4D97-AF65-F5344CB8AC3E}">
        <p14:creationId xmlns:p14="http://schemas.microsoft.com/office/powerpoint/2010/main" val="27836649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3583</TotalTime>
  <Words>1956</Words>
  <Application>Microsoft Macintosh PowerPoint</Application>
  <PresentationFormat>Widescreen</PresentationFormat>
  <Paragraphs>177</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等线</vt:lpstr>
      <vt:lpstr>等线 Light</vt:lpstr>
      <vt:lpstr>Arial</vt:lpstr>
      <vt:lpstr>Calibri</vt:lpstr>
      <vt:lpstr>Cambria Math</vt:lpstr>
      <vt:lpstr>Office 主题​​</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WU Fangyi</dc:creator>
  <cp:lastModifiedBy>HARIANSYAH Muhammad Alfiyandy</cp:lastModifiedBy>
  <cp:revision>2</cp:revision>
  <dcterms:created xsi:type="dcterms:W3CDTF">2026-03-09T08:43:59Z</dcterms:created>
  <dcterms:modified xsi:type="dcterms:W3CDTF">2026-04-15T04:21:06Z</dcterms:modified>
</cp:coreProperties>
</file>